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sldIdLst>
    <p:sldId id="261" r:id="rId5"/>
    <p:sldId id="421" r:id="rId6"/>
    <p:sldId id="424" r:id="rId7"/>
    <p:sldId id="425" r:id="rId8"/>
    <p:sldId id="439" r:id="rId9"/>
    <p:sldId id="440" r:id="rId10"/>
    <p:sldId id="441" r:id="rId11"/>
    <p:sldId id="444" r:id="rId12"/>
    <p:sldId id="442" r:id="rId13"/>
    <p:sldId id="443" r:id="rId14"/>
    <p:sldId id="445" r:id="rId15"/>
    <p:sldId id="449" r:id="rId16"/>
    <p:sldId id="451" r:id="rId17"/>
    <p:sldId id="446" r:id="rId18"/>
    <p:sldId id="450" r:id="rId1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4EC4"/>
    <a:srgbClr val="C4D600"/>
    <a:srgbClr val="257CE1"/>
    <a:srgbClr val="C2D501"/>
    <a:srgbClr val="DB0532"/>
    <a:srgbClr val="FF595A"/>
    <a:srgbClr val="D39F17"/>
    <a:srgbClr val="58C0E9"/>
    <a:srgbClr val="DC0031"/>
    <a:srgbClr val="EF7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5DAA1-C761-41F7-A3AA-37A9E35DAD41}" v="89" dt="2025-03-10T16:12:51.2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9316" autoAdjust="0"/>
  </p:normalViewPr>
  <p:slideViewPr>
    <p:cSldViewPr>
      <p:cViewPr varScale="1">
        <p:scale>
          <a:sx n="48" d="100"/>
          <a:sy n="48" d="100"/>
        </p:scale>
        <p:origin x="58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herrera" userId="e433adfdcf7e8d4e" providerId="LiveId" clId="{74E39A7D-FBA5-42A9-9EEB-18869C00FBF1}"/>
    <pc:docChg chg="undo redo custSel addSld delSld modSld sldOrd">
      <pc:chgData name="alvaro herrera" userId="e433adfdcf7e8d4e" providerId="LiveId" clId="{74E39A7D-FBA5-42A9-9EEB-18869C00FBF1}" dt="2024-08-27T12:33:55.974" v="19944" actId="20577"/>
      <pc:docMkLst>
        <pc:docMk/>
      </pc:docMkLst>
      <pc:sldChg chg="modSp mod">
        <pc:chgData name="alvaro herrera" userId="e433adfdcf7e8d4e" providerId="LiveId" clId="{74E39A7D-FBA5-42A9-9EEB-18869C00FBF1}" dt="2024-08-22T13:56:19.361" v="33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74E39A7D-FBA5-42A9-9EEB-18869C00FBF1}" dt="2024-08-22T14:08:52.421" v="386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74E39A7D-FBA5-42A9-9EEB-18869C00FBF1}" dt="2024-08-22T14:55:00.647" v="2319" actId="20577"/>
        <pc:sldMkLst>
          <pc:docMk/>
          <pc:sldMk cId="3735245215" sldId="327"/>
        </pc:sldMkLst>
      </pc:sldChg>
      <pc:sldChg chg="addSp delSp modSp mod">
        <pc:chgData name="alvaro herrera" userId="e433adfdcf7e8d4e" providerId="LiveId" clId="{74E39A7D-FBA5-42A9-9EEB-18869C00FBF1}" dt="2024-08-27T12:30:17.520" v="19845" actId="20577"/>
        <pc:sldMkLst>
          <pc:docMk/>
          <pc:sldMk cId="3979444189" sldId="337"/>
        </pc:sldMkLst>
      </pc:sldChg>
      <pc:sldChg chg="modSp mod">
        <pc:chgData name="alvaro herrera" userId="e433adfdcf7e8d4e" providerId="LiveId" clId="{74E39A7D-FBA5-42A9-9EEB-18869C00FBF1}" dt="2024-08-22T18:27:49.976" v="12719" actId="20577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74E39A7D-FBA5-42A9-9EEB-18869C00FBF1}" dt="2024-08-22T18:34:09.542" v="12763" actId="113"/>
        <pc:sldMkLst>
          <pc:docMk/>
          <pc:sldMk cId="717399983" sldId="340"/>
        </pc:sldMkLst>
      </pc:sldChg>
      <pc:sldChg chg="del">
        <pc:chgData name="alvaro herrera" userId="e433adfdcf7e8d4e" providerId="LiveId" clId="{74E39A7D-FBA5-42A9-9EEB-18869C00FBF1}" dt="2024-08-22T15:04:03.329" v="2414" actId="47"/>
        <pc:sldMkLst>
          <pc:docMk/>
          <pc:sldMk cId="1067811435" sldId="341"/>
        </pc:sldMkLst>
      </pc:sldChg>
      <pc:sldChg chg="modSp mod">
        <pc:chgData name="alvaro herrera" userId="e433adfdcf7e8d4e" providerId="LiveId" clId="{74E39A7D-FBA5-42A9-9EEB-18869C00FBF1}" dt="2024-08-22T13:56:58.172" v="98" actId="20577"/>
        <pc:sldMkLst>
          <pc:docMk/>
          <pc:sldMk cId="3117571071" sldId="344"/>
        </pc:sldMkLst>
      </pc:sldChg>
      <pc:sldChg chg="modSp mod">
        <pc:chgData name="alvaro herrera" userId="e433adfdcf7e8d4e" providerId="LiveId" clId="{74E39A7D-FBA5-42A9-9EEB-18869C00FBF1}" dt="2024-08-22T15:04:21.253" v="2442" actId="20577"/>
        <pc:sldMkLst>
          <pc:docMk/>
          <pc:sldMk cId="1757146808" sldId="345"/>
        </pc:sldMkLst>
      </pc:sldChg>
      <pc:sldChg chg="modSp del mod">
        <pc:chgData name="alvaro herrera" userId="e433adfdcf7e8d4e" providerId="LiveId" clId="{74E39A7D-FBA5-42A9-9EEB-18869C00FBF1}" dt="2024-08-22T14:08:43.116" v="369" actId="47"/>
        <pc:sldMkLst>
          <pc:docMk/>
          <pc:sldMk cId="4172899324" sldId="346"/>
        </pc:sldMkLst>
      </pc:sldChg>
      <pc:sldChg chg="del">
        <pc:chgData name="alvaro herrera" userId="e433adfdcf7e8d4e" providerId="LiveId" clId="{74E39A7D-FBA5-42A9-9EEB-18869C00FBF1}" dt="2024-08-22T14:54:49.565" v="2294" actId="47"/>
        <pc:sldMkLst>
          <pc:docMk/>
          <pc:sldMk cId="2376927994" sldId="347"/>
        </pc:sldMkLst>
      </pc:sldChg>
      <pc:sldChg chg="del">
        <pc:chgData name="alvaro herrera" userId="e433adfdcf7e8d4e" providerId="LiveId" clId="{74E39A7D-FBA5-42A9-9EEB-18869C00FBF1}" dt="2024-08-22T15:04:09.227" v="2416" actId="47"/>
        <pc:sldMkLst>
          <pc:docMk/>
          <pc:sldMk cId="2394126473" sldId="348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2251897141" sldId="349"/>
        </pc:sldMkLst>
      </pc:sldChg>
      <pc:sldChg chg="del">
        <pc:chgData name="alvaro herrera" userId="e433adfdcf7e8d4e" providerId="LiveId" clId="{74E39A7D-FBA5-42A9-9EEB-18869C00FBF1}" dt="2024-08-22T15:04:07.403" v="2415" actId="47"/>
        <pc:sldMkLst>
          <pc:docMk/>
          <pc:sldMk cId="513067390" sldId="350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3200365366" sldId="351"/>
        </pc:sldMkLst>
      </pc:sldChg>
      <pc:sldChg chg="modSp mod">
        <pc:chgData name="alvaro herrera" userId="e433adfdcf7e8d4e" providerId="LiveId" clId="{74E39A7D-FBA5-42A9-9EEB-18869C00FBF1}" dt="2024-08-22T17:41:10.929" v="9820" actId="20577"/>
        <pc:sldMkLst>
          <pc:docMk/>
          <pc:sldMk cId="1018190952" sldId="352"/>
        </pc:sldMkLst>
      </pc:sldChg>
      <pc:sldChg chg="del">
        <pc:chgData name="alvaro herrera" userId="e433adfdcf7e8d4e" providerId="LiveId" clId="{74E39A7D-FBA5-42A9-9EEB-18869C00FBF1}" dt="2024-08-22T17:57:14.652" v="10889" actId="47"/>
        <pc:sldMkLst>
          <pc:docMk/>
          <pc:sldMk cId="3697977237" sldId="353"/>
        </pc:sldMkLst>
      </pc:sldChg>
      <pc:sldChg chg="del">
        <pc:chgData name="alvaro herrera" userId="e433adfdcf7e8d4e" providerId="LiveId" clId="{74E39A7D-FBA5-42A9-9EEB-18869C00FBF1}" dt="2024-08-22T17:57:16.462" v="10890" actId="47"/>
        <pc:sldMkLst>
          <pc:docMk/>
          <pc:sldMk cId="2044938371" sldId="354"/>
        </pc:sldMkLst>
      </pc:sldChg>
      <pc:sldChg chg="del">
        <pc:chgData name="alvaro herrera" userId="e433adfdcf7e8d4e" providerId="LiveId" clId="{74E39A7D-FBA5-42A9-9EEB-18869C00FBF1}" dt="2024-08-22T17:57:17.917" v="10891" actId="47"/>
        <pc:sldMkLst>
          <pc:docMk/>
          <pc:sldMk cId="3662399843" sldId="355"/>
        </pc:sldMkLst>
      </pc:sldChg>
      <pc:sldChg chg="modSp add mod">
        <pc:chgData name="alvaro herrera" userId="e433adfdcf7e8d4e" providerId="LiveId" clId="{74E39A7D-FBA5-42A9-9EEB-18869C00FBF1}" dt="2024-08-22T18:28:11.080" v="12723" actId="20577"/>
        <pc:sldMkLst>
          <pc:docMk/>
          <pc:sldMk cId="500098683" sldId="356"/>
        </pc:sldMkLst>
      </pc:sldChg>
      <pc:sldChg chg="modSp add mod">
        <pc:chgData name="alvaro herrera" userId="e433adfdcf7e8d4e" providerId="LiveId" clId="{74E39A7D-FBA5-42A9-9EEB-18869C00FBF1}" dt="2024-08-22T18:28:02.440" v="12721" actId="20577"/>
        <pc:sldMkLst>
          <pc:docMk/>
          <pc:sldMk cId="612862089" sldId="357"/>
        </pc:sldMkLst>
      </pc:sldChg>
      <pc:sldChg chg="addSp delSp modSp add mod delAnim modAnim">
        <pc:chgData name="alvaro herrera" userId="e433adfdcf7e8d4e" providerId="LiveId" clId="{74E39A7D-FBA5-42A9-9EEB-18869C00FBF1}" dt="2024-08-26T14:38:01.523" v="13050" actId="1076"/>
        <pc:sldMkLst>
          <pc:docMk/>
          <pc:sldMk cId="3558969295" sldId="358"/>
        </pc:sldMkLst>
      </pc:sldChg>
      <pc:sldChg chg="addSp delSp modSp add mod delAnim modAnim">
        <pc:chgData name="alvaro herrera" userId="e433adfdcf7e8d4e" providerId="LiveId" clId="{74E39A7D-FBA5-42A9-9EEB-18869C00FBF1}" dt="2024-08-27T02:16:46.377" v="16510"/>
        <pc:sldMkLst>
          <pc:docMk/>
          <pc:sldMk cId="660929596" sldId="359"/>
        </pc:sldMkLst>
      </pc:sldChg>
      <pc:sldChg chg="addSp delSp modSp add mod addAnim delAnim modAnim">
        <pc:chgData name="alvaro herrera" userId="e433adfdcf7e8d4e" providerId="LiveId" clId="{74E39A7D-FBA5-42A9-9EEB-18869C00FBF1}" dt="2024-08-27T02:19:53.466" v="16532" actId="1076"/>
        <pc:sldMkLst>
          <pc:docMk/>
          <pc:sldMk cId="2487321172" sldId="360"/>
        </pc:sldMkLst>
      </pc:sldChg>
      <pc:sldChg chg="addSp delSp modSp add del mod delAnim">
        <pc:chgData name="alvaro herrera" userId="e433adfdcf7e8d4e" providerId="LiveId" clId="{74E39A7D-FBA5-42A9-9EEB-18869C00FBF1}" dt="2024-08-22T16:45:37.631" v="5576" actId="47"/>
        <pc:sldMkLst>
          <pc:docMk/>
          <pc:sldMk cId="1221046526" sldId="361"/>
        </pc:sldMkLst>
      </pc:sldChg>
      <pc:sldChg chg="addSp delSp modSp add mod delAnim modAnim">
        <pc:chgData name="alvaro herrera" userId="e433adfdcf7e8d4e" providerId="LiveId" clId="{74E39A7D-FBA5-42A9-9EEB-18869C00FBF1}" dt="2024-08-26T17:11:23.772" v="13566" actId="1036"/>
        <pc:sldMkLst>
          <pc:docMk/>
          <pc:sldMk cId="195899456" sldId="362"/>
        </pc:sldMkLst>
      </pc:sldChg>
      <pc:sldChg chg="addSp delSp modSp add mod delAnim modAnim">
        <pc:chgData name="alvaro herrera" userId="e433adfdcf7e8d4e" providerId="LiveId" clId="{74E39A7D-FBA5-42A9-9EEB-18869C00FBF1}" dt="2024-08-26T17:20:14.527" v="13819"/>
        <pc:sldMkLst>
          <pc:docMk/>
          <pc:sldMk cId="1947316694" sldId="363"/>
        </pc:sldMkLst>
      </pc:sldChg>
      <pc:sldChg chg="addSp modSp add del mod modAnim">
        <pc:chgData name="alvaro herrera" userId="e433adfdcf7e8d4e" providerId="LiveId" clId="{74E39A7D-FBA5-42A9-9EEB-18869C00FBF1}" dt="2024-08-26T17:21:20.990" v="13820" actId="47"/>
        <pc:sldMkLst>
          <pc:docMk/>
          <pc:sldMk cId="3882908139" sldId="364"/>
        </pc:sldMkLst>
      </pc:sldChg>
      <pc:sldChg chg="addSp delSp modSp add del mod delAnim modAnim">
        <pc:chgData name="alvaro herrera" userId="e433adfdcf7e8d4e" providerId="LiveId" clId="{74E39A7D-FBA5-42A9-9EEB-18869C00FBF1}" dt="2024-08-26T17:30:44.140" v="14342" actId="47"/>
        <pc:sldMkLst>
          <pc:docMk/>
          <pc:sldMk cId="2424216970" sldId="365"/>
        </pc:sldMkLst>
      </pc:sldChg>
      <pc:sldChg chg="addSp delSp modSp add mod delAnim modAnim">
        <pc:chgData name="alvaro herrera" userId="e433adfdcf7e8d4e" providerId="LiveId" clId="{74E39A7D-FBA5-42A9-9EEB-18869C00FBF1}" dt="2024-08-26T17:39:20.917" v="14475" actId="1037"/>
        <pc:sldMkLst>
          <pc:docMk/>
          <pc:sldMk cId="2893399527" sldId="366"/>
        </pc:sldMkLst>
      </pc:sldChg>
      <pc:sldChg chg="modSp add del mod">
        <pc:chgData name="alvaro herrera" userId="e433adfdcf7e8d4e" providerId="LiveId" clId="{74E39A7D-FBA5-42A9-9EEB-18869C00FBF1}" dt="2024-08-22T16:02:24.946" v="4272" actId="47"/>
        <pc:sldMkLst>
          <pc:docMk/>
          <pc:sldMk cId="825260327" sldId="367"/>
        </pc:sldMkLst>
      </pc:sldChg>
      <pc:sldChg chg="addSp modSp add del mod modAnim">
        <pc:chgData name="alvaro herrera" userId="e433adfdcf7e8d4e" providerId="LiveId" clId="{74E39A7D-FBA5-42A9-9EEB-18869C00FBF1}" dt="2024-08-26T21:24:57.074" v="15431" actId="47"/>
        <pc:sldMkLst>
          <pc:docMk/>
          <pc:sldMk cId="3295917131" sldId="368"/>
        </pc:sldMkLst>
      </pc:sldChg>
      <pc:sldChg chg="addSp delSp modSp add del mod delAnim modAnim">
        <pc:chgData name="alvaro herrera" userId="e433adfdcf7e8d4e" providerId="LiveId" clId="{74E39A7D-FBA5-42A9-9EEB-18869C00FBF1}" dt="2024-08-22T16:10:58.966" v="4339" actId="47"/>
        <pc:sldMkLst>
          <pc:docMk/>
          <pc:sldMk cId="2183198617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22:59.840" v="16535" actId="47"/>
        <pc:sldMkLst>
          <pc:docMk/>
          <pc:sldMk cId="2202275173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34:58.156" v="17061" actId="47"/>
        <pc:sldMkLst>
          <pc:docMk/>
          <pc:sldMk cId="4247720347" sldId="370"/>
        </pc:sldMkLst>
      </pc:sldChg>
      <pc:sldChg chg="addSp delSp modSp add del mod delAnim modAnim">
        <pc:chgData name="alvaro herrera" userId="e433adfdcf7e8d4e" providerId="LiveId" clId="{74E39A7D-FBA5-42A9-9EEB-18869C00FBF1}" dt="2024-08-27T02:36:53.672" v="17072" actId="47"/>
        <pc:sldMkLst>
          <pc:docMk/>
          <pc:sldMk cId="3718614157" sldId="371"/>
        </pc:sldMkLst>
      </pc:sldChg>
      <pc:sldChg chg="addSp delSp modSp add del mod delAnim modAnim">
        <pc:chgData name="alvaro herrera" userId="e433adfdcf7e8d4e" providerId="LiveId" clId="{74E39A7D-FBA5-42A9-9EEB-18869C00FBF1}" dt="2024-08-27T02:54:33.122" v="18266" actId="47"/>
        <pc:sldMkLst>
          <pc:docMk/>
          <pc:sldMk cId="2572613093" sldId="372"/>
        </pc:sldMkLst>
      </pc:sldChg>
      <pc:sldChg chg="addSp delSp modSp add del mod delAnim">
        <pc:chgData name="alvaro herrera" userId="e433adfdcf7e8d4e" providerId="LiveId" clId="{74E39A7D-FBA5-42A9-9EEB-18869C00FBF1}" dt="2024-08-27T02:59:19.626" v="18626" actId="47"/>
        <pc:sldMkLst>
          <pc:docMk/>
          <pc:sldMk cId="4206573744" sldId="373"/>
        </pc:sldMkLst>
      </pc:sldChg>
      <pc:sldChg chg="addSp delSp modSp add mod modAnim">
        <pc:chgData name="alvaro herrera" userId="e433adfdcf7e8d4e" providerId="LiveId" clId="{74E39A7D-FBA5-42A9-9EEB-18869C00FBF1}" dt="2024-08-27T03:16:12.252" v="18822" actId="14100"/>
        <pc:sldMkLst>
          <pc:docMk/>
          <pc:sldMk cId="275189471" sldId="374"/>
        </pc:sldMkLst>
      </pc:sldChg>
      <pc:sldChg chg="addSp delSp modSp add del mod ord">
        <pc:chgData name="alvaro herrera" userId="e433adfdcf7e8d4e" providerId="LiveId" clId="{74E39A7D-FBA5-42A9-9EEB-18869C00FBF1}" dt="2024-08-22T18:27:17.117" v="12715" actId="47"/>
        <pc:sldMkLst>
          <pc:docMk/>
          <pc:sldMk cId="960989593" sldId="375"/>
        </pc:sldMkLst>
      </pc:sldChg>
      <pc:sldChg chg="add del">
        <pc:chgData name="alvaro herrera" userId="e433adfdcf7e8d4e" providerId="LiveId" clId="{74E39A7D-FBA5-42A9-9EEB-18869C00FBF1}" dt="2024-08-22T17:44:04.361" v="9880"/>
        <pc:sldMkLst>
          <pc:docMk/>
          <pc:sldMk cId="3638059047" sldId="376"/>
        </pc:sldMkLst>
      </pc:sldChg>
      <pc:sldChg chg="addSp delSp modSp add mod">
        <pc:chgData name="alvaro herrera" userId="e433adfdcf7e8d4e" providerId="LiveId" clId="{74E39A7D-FBA5-42A9-9EEB-18869C00FBF1}" dt="2024-08-27T03:56:47.932" v="19648" actId="255"/>
        <pc:sldMkLst>
          <pc:docMk/>
          <pc:sldMk cId="3851861059" sldId="376"/>
        </pc:sldMkLst>
      </pc:sldChg>
      <pc:sldChg chg="addSp delSp modSp add del mod modAnim">
        <pc:chgData name="alvaro herrera" userId="e433adfdcf7e8d4e" providerId="LiveId" clId="{74E39A7D-FBA5-42A9-9EEB-18869C00FBF1}" dt="2024-08-27T03:09:30.643" v="18702" actId="47"/>
        <pc:sldMkLst>
          <pc:docMk/>
          <pc:sldMk cId="2114138836" sldId="377"/>
        </pc:sldMkLst>
      </pc:sldChg>
      <pc:sldChg chg="addSp delSp modSp add del mod delAnim modAnim">
        <pc:chgData name="alvaro herrera" userId="e433adfdcf7e8d4e" providerId="LiveId" clId="{74E39A7D-FBA5-42A9-9EEB-18869C00FBF1}" dt="2024-08-27T03:50:50.655" v="19505" actId="47"/>
        <pc:sldMkLst>
          <pc:docMk/>
          <pc:sldMk cId="2814731241" sldId="378"/>
        </pc:sldMkLst>
      </pc:sldChg>
      <pc:sldChg chg="addSp delSp modSp add mod addAnim delAnim modAnim">
        <pc:chgData name="alvaro herrera" userId="e433adfdcf7e8d4e" providerId="LiveId" clId="{74E39A7D-FBA5-42A9-9EEB-18869C00FBF1}" dt="2024-08-26T17:20:01.672" v="13817" actId="1037"/>
        <pc:sldMkLst>
          <pc:docMk/>
          <pc:sldMk cId="2246871194" sldId="379"/>
        </pc:sldMkLst>
      </pc:sldChg>
      <pc:sldChg chg="addSp delSp modSp add mod delAnim modAnim">
        <pc:chgData name="alvaro herrera" userId="e433adfdcf7e8d4e" providerId="LiveId" clId="{74E39A7D-FBA5-42A9-9EEB-18869C00FBF1}" dt="2024-08-27T03:10:34.122" v="18705" actId="1037"/>
        <pc:sldMkLst>
          <pc:docMk/>
          <pc:sldMk cId="1874012100" sldId="380"/>
        </pc:sldMkLst>
      </pc:sldChg>
      <pc:sldChg chg="addSp delSp modSp add mod delAnim modAnim">
        <pc:chgData name="alvaro herrera" userId="e433adfdcf7e8d4e" providerId="LiveId" clId="{74E39A7D-FBA5-42A9-9EEB-18869C00FBF1}" dt="2024-08-26T17:45:37.224" v="15021" actId="1037"/>
        <pc:sldMkLst>
          <pc:docMk/>
          <pc:sldMk cId="3313329645" sldId="381"/>
        </pc:sldMkLst>
      </pc:sldChg>
      <pc:sldChg chg="delSp modSp add mod delAnim">
        <pc:chgData name="alvaro herrera" userId="e433adfdcf7e8d4e" providerId="LiveId" clId="{74E39A7D-FBA5-42A9-9EEB-18869C00FBF1}" dt="2024-08-26T18:21:06.287" v="15408" actId="478"/>
        <pc:sldMkLst>
          <pc:docMk/>
          <pc:sldMk cId="273721892" sldId="382"/>
        </pc:sldMkLst>
      </pc:sldChg>
      <pc:sldChg chg="addSp modSp add del mod modAnim">
        <pc:chgData name="alvaro herrera" userId="e433adfdcf7e8d4e" providerId="LiveId" clId="{74E39A7D-FBA5-42A9-9EEB-18869C00FBF1}" dt="2024-08-27T03:08:26.560" v="18695" actId="47"/>
        <pc:sldMkLst>
          <pc:docMk/>
          <pc:sldMk cId="2931540218" sldId="383"/>
        </pc:sldMkLst>
      </pc:sldChg>
      <pc:sldChg chg="addSp delSp modSp add mod modAnim">
        <pc:chgData name="alvaro herrera" userId="e433adfdcf7e8d4e" providerId="LiveId" clId="{74E39A7D-FBA5-42A9-9EEB-18869C00FBF1}" dt="2024-08-27T03:04:26.420" v="18665" actId="1037"/>
        <pc:sldMkLst>
          <pc:docMk/>
          <pc:sldMk cId="504289341" sldId="384"/>
        </pc:sldMkLst>
      </pc:sldChg>
      <pc:sldChg chg="addSp delSp modSp add mod delAnim modAnim">
        <pc:chgData name="alvaro herrera" userId="e433adfdcf7e8d4e" providerId="LiveId" clId="{74E39A7D-FBA5-42A9-9EEB-18869C00FBF1}" dt="2024-08-27T03:04:03.474" v="18656" actId="1076"/>
        <pc:sldMkLst>
          <pc:docMk/>
          <pc:sldMk cId="2501091757" sldId="385"/>
        </pc:sldMkLst>
      </pc:sldChg>
      <pc:sldChg chg="addSp delSp modSp add mod delAnim modAnim">
        <pc:chgData name="alvaro herrera" userId="e433adfdcf7e8d4e" providerId="LiveId" clId="{74E39A7D-FBA5-42A9-9EEB-18869C00FBF1}" dt="2024-08-27T03:04:34.077" v="18666"/>
        <pc:sldMkLst>
          <pc:docMk/>
          <pc:sldMk cId="1809618485" sldId="386"/>
        </pc:sldMkLst>
      </pc:sldChg>
      <pc:sldChg chg="addSp delSp modSp add mod delAnim modAnim">
        <pc:chgData name="alvaro herrera" userId="e433adfdcf7e8d4e" providerId="LiveId" clId="{74E39A7D-FBA5-42A9-9EEB-18869C00FBF1}" dt="2024-08-27T03:04:59.649" v="18670" actId="1076"/>
        <pc:sldMkLst>
          <pc:docMk/>
          <pc:sldMk cId="2888917476" sldId="387"/>
        </pc:sldMkLst>
      </pc:sldChg>
      <pc:sldChg chg="addSp delSp modSp add mod delAnim">
        <pc:chgData name="alvaro herrera" userId="e433adfdcf7e8d4e" providerId="LiveId" clId="{74E39A7D-FBA5-42A9-9EEB-18869C00FBF1}" dt="2024-08-27T03:05:26.892" v="18675" actId="1076"/>
        <pc:sldMkLst>
          <pc:docMk/>
          <pc:sldMk cId="1898182351" sldId="388"/>
        </pc:sldMkLst>
      </pc:sldChg>
      <pc:sldChg chg="addSp delSp modSp add del mod delAnim modAnim">
        <pc:chgData name="alvaro herrera" userId="e433adfdcf7e8d4e" providerId="LiveId" clId="{74E39A7D-FBA5-42A9-9EEB-18869C00FBF1}" dt="2024-08-27T03:10:53.066" v="18706" actId="47"/>
        <pc:sldMkLst>
          <pc:docMk/>
          <pc:sldMk cId="639565339" sldId="389"/>
        </pc:sldMkLst>
      </pc:sldChg>
      <pc:sldChg chg="addSp delSp modSp add mod ord delAnim modAnim">
        <pc:chgData name="alvaro herrera" userId="e433adfdcf7e8d4e" providerId="LiveId" clId="{74E39A7D-FBA5-42A9-9EEB-18869C00FBF1}" dt="2024-08-27T03:17:53.927" v="18831" actId="1037"/>
        <pc:sldMkLst>
          <pc:docMk/>
          <pc:sldMk cId="1233106305" sldId="390"/>
        </pc:sldMkLst>
      </pc:sldChg>
      <pc:sldChg chg="addSp delSp modSp add del mod">
        <pc:chgData name="alvaro herrera" userId="e433adfdcf7e8d4e" providerId="LiveId" clId="{74E39A7D-FBA5-42A9-9EEB-18869C00FBF1}" dt="2024-08-27T03:17:29.133" v="18823" actId="47"/>
        <pc:sldMkLst>
          <pc:docMk/>
          <pc:sldMk cId="309090167" sldId="391"/>
        </pc:sldMkLst>
      </pc:sldChg>
      <pc:sldChg chg="addSp delSp modSp add del mod delAnim modAnim">
        <pc:chgData name="alvaro herrera" userId="e433adfdcf7e8d4e" providerId="LiveId" clId="{74E39A7D-FBA5-42A9-9EEB-18869C00FBF1}" dt="2024-08-27T03:59:18.749" v="19652" actId="47"/>
        <pc:sldMkLst>
          <pc:docMk/>
          <pc:sldMk cId="2459562188" sldId="391"/>
        </pc:sldMkLst>
      </pc:sldChg>
      <pc:sldChg chg="addSp modSp add modAnim">
        <pc:chgData name="alvaro herrera" userId="e433adfdcf7e8d4e" providerId="LiveId" clId="{74E39A7D-FBA5-42A9-9EEB-18869C00FBF1}" dt="2024-08-27T03:59:15.143" v="19651"/>
        <pc:sldMkLst>
          <pc:docMk/>
          <pc:sldMk cId="2044430233" sldId="392"/>
        </pc:sldMkLst>
      </pc:sldChg>
      <pc:sldChg chg="modSp add mod">
        <pc:chgData name="alvaro herrera" userId="e433adfdcf7e8d4e" providerId="LiveId" clId="{74E39A7D-FBA5-42A9-9EEB-18869C00FBF1}" dt="2024-08-27T12:29:50.784" v="19820" actId="6549"/>
        <pc:sldMkLst>
          <pc:docMk/>
          <pc:sldMk cId="668082197" sldId="393"/>
        </pc:sldMkLst>
      </pc:sldChg>
      <pc:sldChg chg="addSp modSp add mod">
        <pc:chgData name="alvaro herrera" userId="e433adfdcf7e8d4e" providerId="LiveId" clId="{74E39A7D-FBA5-42A9-9EEB-18869C00FBF1}" dt="2024-08-27T12:33:55.974" v="19944" actId="20577"/>
        <pc:sldMkLst>
          <pc:docMk/>
          <pc:sldMk cId="3026905170" sldId="394"/>
        </pc:sldMkLst>
      </pc:sldChg>
    </pc:docChg>
  </pc:docChgLst>
  <pc:docChgLst>
    <pc:chgData name="alvaro herrera" userId="e433adfdcf7e8d4e" providerId="LiveId" clId="{30E31715-BA59-4AA1-958D-809757F93970}"/>
    <pc:docChg chg="undo custSel addSld delSld modSld">
      <pc:chgData name="alvaro herrera" userId="e433adfdcf7e8d4e" providerId="LiveId" clId="{30E31715-BA59-4AA1-958D-809757F93970}" dt="2024-11-22T13:59:00.927" v="3814" actId="1035"/>
      <pc:docMkLst>
        <pc:docMk/>
      </pc:docMkLst>
      <pc:sldChg chg="modSp mod">
        <pc:chgData name="alvaro herrera" userId="e433adfdcf7e8d4e" providerId="LiveId" clId="{30E31715-BA59-4AA1-958D-809757F93970}" dt="2024-11-22T12:33:40.282" v="19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30E31715-BA59-4AA1-958D-809757F93970}" dt="2024-11-22T12:55:39.718" v="1641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30E31715-BA59-4AA1-958D-809757F93970}" dt="2024-11-22T13:18:26.760" v="2518" actId="20577"/>
        <pc:sldMkLst>
          <pc:docMk/>
          <pc:sldMk cId="3735245215" sldId="327"/>
        </pc:sldMkLst>
      </pc:sldChg>
      <pc:sldChg chg="modSp mod">
        <pc:chgData name="alvaro herrera" userId="e433adfdcf7e8d4e" providerId="LiveId" clId="{30E31715-BA59-4AA1-958D-809757F93970}" dt="2024-11-22T12:38:19.299" v="294" actId="14100"/>
        <pc:sldMkLst>
          <pc:docMk/>
          <pc:sldMk cId="3979444189" sldId="337"/>
        </pc:sldMkLst>
      </pc:sldChg>
      <pc:sldChg chg="modSp mod">
        <pc:chgData name="alvaro herrera" userId="e433adfdcf7e8d4e" providerId="LiveId" clId="{30E31715-BA59-4AA1-958D-809757F93970}" dt="2024-11-22T12:53:54.778" v="1601" actId="6549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30E31715-BA59-4AA1-958D-809757F93970}" dt="2024-11-22T13:18:49.789" v="2519" actId="6549"/>
        <pc:sldMkLst>
          <pc:docMk/>
          <pc:sldMk cId="717399983" sldId="340"/>
        </pc:sldMkLst>
      </pc:sldChg>
      <pc:sldChg chg="modSp mod">
        <pc:chgData name="alvaro herrera" userId="e433adfdcf7e8d4e" providerId="LiveId" clId="{30E31715-BA59-4AA1-958D-809757F93970}" dt="2024-11-22T12:39:46.589" v="306" actId="6549"/>
        <pc:sldMkLst>
          <pc:docMk/>
          <pc:sldMk cId="3117571071" sldId="344"/>
        </pc:sldMkLst>
      </pc:sldChg>
      <pc:sldChg chg="del">
        <pc:chgData name="alvaro herrera" userId="e433adfdcf7e8d4e" providerId="LiveId" clId="{30E31715-BA59-4AA1-958D-809757F93970}" dt="2024-11-22T12:55:17.912" v="1603" actId="47"/>
        <pc:sldMkLst>
          <pc:docMk/>
          <pc:sldMk cId="500098683" sldId="356"/>
        </pc:sldMkLst>
      </pc:sldChg>
      <pc:sldChg chg="del">
        <pc:chgData name="alvaro herrera" userId="e433adfdcf7e8d4e" providerId="LiveId" clId="{30E31715-BA59-4AA1-958D-809757F93970}" dt="2024-11-22T12:55:00.102" v="1602" actId="47"/>
        <pc:sldMkLst>
          <pc:docMk/>
          <pc:sldMk cId="612862089" sldId="357"/>
        </pc:sldMkLst>
      </pc:sldChg>
      <pc:sldChg chg="del">
        <pc:chgData name="alvaro herrera" userId="e433adfdcf7e8d4e" providerId="LiveId" clId="{30E31715-BA59-4AA1-958D-809757F93970}" dt="2024-11-22T13:17:25.296" v="2466" actId="47"/>
        <pc:sldMkLst>
          <pc:docMk/>
          <pc:sldMk cId="3558969295" sldId="358"/>
        </pc:sldMkLst>
      </pc:sldChg>
      <pc:sldChg chg="addSp delSp modSp mod delAnim modAnim">
        <pc:chgData name="alvaro herrera" userId="e433adfdcf7e8d4e" providerId="LiveId" clId="{30E31715-BA59-4AA1-958D-809757F93970}" dt="2024-11-22T13:35:34.786" v="2746"/>
        <pc:sldMkLst>
          <pc:docMk/>
          <pc:sldMk cId="660929596" sldId="359"/>
        </pc:sldMkLst>
      </pc:sldChg>
      <pc:sldChg chg="addSp delSp modSp add del mod delAnim modAnim">
        <pc:chgData name="alvaro herrera" userId="e433adfdcf7e8d4e" providerId="LiveId" clId="{30E31715-BA59-4AA1-958D-809757F93970}" dt="2024-11-22T13:38:35.020" v="2760" actId="14100"/>
        <pc:sldMkLst>
          <pc:docMk/>
          <pc:sldMk cId="958454969" sldId="395"/>
        </pc:sldMkLst>
      </pc:sldChg>
      <pc:sldChg chg="addSp delSp modSp add mod delAnim">
        <pc:chgData name="alvaro herrera" userId="e433adfdcf7e8d4e" providerId="LiveId" clId="{30E31715-BA59-4AA1-958D-809757F93970}" dt="2024-11-22T13:59:00.927" v="3814" actId="1035"/>
        <pc:sldMkLst>
          <pc:docMk/>
          <pc:sldMk cId="744146210" sldId="396"/>
        </pc:sldMkLst>
      </pc:sldChg>
      <pc:sldChg chg="add del">
        <pc:chgData name="alvaro herrera" userId="e433adfdcf7e8d4e" providerId="LiveId" clId="{30E31715-BA59-4AA1-958D-809757F93970}" dt="2024-11-22T13:41:23.315" v="2765"/>
        <pc:sldMkLst>
          <pc:docMk/>
          <pc:sldMk cId="4140627930" sldId="397"/>
        </pc:sldMkLst>
      </pc:sldChg>
    </pc:docChg>
  </pc:docChgLst>
  <pc:docChgLst>
    <pc:chgData name="alvaro herrera" userId="e433adfdcf7e8d4e" providerId="LiveId" clId="{5BF4B3AE-18D2-4049-9E67-6F48B317AF7F}"/>
    <pc:docChg chg="custSel modSld">
      <pc:chgData name="alvaro herrera" userId="e433adfdcf7e8d4e" providerId="LiveId" clId="{5BF4B3AE-18D2-4049-9E67-6F48B317AF7F}" dt="2025-03-10T01:38:30.687" v="65" actId="478"/>
      <pc:docMkLst>
        <pc:docMk/>
      </pc:docMkLst>
      <pc:sldChg chg="modSp mod">
        <pc:chgData name="alvaro herrera" userId="e433adfdcf7e8d4e" providerId="LiveId" clId="{5BF4B3AE-18D2-4049-9E67-6F48B317AF7F}" dt="2025-03-10T01:37:15.657" v="24" actId="20577"/>
        <pc:sldMkLst>
          <pc:docMk/>
          <pc:sldMk cId="3642932644" sldId="261"/>
        </pc:sldMkLst>
        <pc:spChg chg="mod">
          <ac:chgData name="alvaro herrera" userId="e433adfdcf7e8d4e" providerId="LiveId" clId="{5BF4B3AE-18D2-4049-9E67-6F48B317AF7F}" dt="2025-03-10T01:37:15.657" v="24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5BF4B3AE-18D2-4049-9E67-6F48B317AF7F}" dt="2025-03-10T01:37:24.985" v="32" actId="20577"/>
        <pc:sldMkLst>
          <pc:docMk/>
          <pc:sldMk cId="3979444189" sldId="337"/>
        </pc:sldMkLst>
        <pc:spChg chg="mod">
          <ac:chgData name="alvaro herrera" userId="e433adfdcf7e8d4e" providerId="LiveId" clId="{5BF4B3AE-18D2-4049-9E67-6F48B317AF7F}" dt="2025-03-10T01:37:24.985" v="32" actId="20577"/>
          <ac:spMkLst>
            <pc:docMk/>
            <pc:sldMk cId="3979444189" sldId="337"/>
            <ac:spMk id="21" creationId="{325E44F9-8B81-FD43-8DCF-00283585DD6D}"/>
          </ac:spMkLst>
        </pc:spChg>
      </pc:sldChg>
      <pc:sldChg chg="modSp mod">
        <pc:chgData name="alvaro herrera" userId="e433adfdcf7e8d4e" providerId="LiveId" clId="{5BF4B3AE-18D2-4049-9E67-6F48B317AF7F}" dt="2025-03-10T01:37:57.631" v="48" actId="20577"/>
        <pc:sldMkLst>
          <pc:docMk/>
          <pc:sldMk cId="214962392" sldId="339"/>
        </pc:sldMkLst>
        <pc:spChg chg="mod">
          <ac:chgData name="alvaro herrera" userId="e433adfdcf7e8d4e" providerId="LiveId" clId="{5BF4B3AE-18D2-4049-9E67-6F48B317AF7F}" dt="2025-03-10T01:37:57.631" v="48" actId="20577"/>
          <ac:spMkLst>
            <pc:docMk/>
            <pc:sldMk cId="214962392" sldId="339"/>
            <ac:spMk id="2" creationId="{1F11FCC6-3B49-9D46-8B62-80E94C906F0A}"/>
          </ac:spMkLst>
        </pc:spChg>
      </pc:sldChg>
      <pc:sldChg chg="modSp mod">
        <pc:chgData name="alvaro herrera" userId="e433adfdcf7e8d4e" providerId="LiveId" clId="{5BF4B3AE-18D2-4049-9E67-6F48B317AF7F}" dt="2025-03-10T01:38:14.095" v="64" actId="6549"/>
        <pc:sldMkLst>
          <pc:docMk/>
          <pc:sldMk cId="717399983" sldId="340"/>
        </pc:sldMkLst>
        <pc:spChg chg="mod">
          <ac:chgData name="alvaro herrera" userId="e433adfdcf7e8d4e" providerId="LiveId" clId="{5BF4B3AE-18D2-4049-9E67-6F48B317AF7F}" dt="2025-03-10T01:38:14.095" v="64" actId="6549"/>
          <ac:spMkLst>
            <pc:docMk/>
            <pc:sldMk cId="717399983" sldId="340"/>
            <ac:spMk id="5" creationId="{71384F4C-6D2D-72A3-AB44-3D884038C5CA}"/>
          </ac:spMkLst>
        </pc:spChg>
      </pc:sldChg>
      <pc:sldChg chg="modSp mod">
        <pc:chgData name="alvaro herrera" userId="e433adfdcf7e8d4e" providerId="LiveId" clId="{5BF4B3AE-18D2-4049-9E67-6F48B317AF7F}" dt="2025-03-10T01:37:49.460" v="40" actId="20577"/>
        <pc:sldMkLst>
          <pc:docMk/>
          <pc:sldMk cId="3117571071" sldId="344"/>
        </pc:sldMkLst>
        <pc:spChg chg="mod">
          <ac:chgData name="alvaro herrera" userId="e433adfdcf7e8d4e" providerId="LiveId" clId="{5BF4B3AE-18D2-4049-9E67-6F48B317AF7F}" dt="2025-03-10T01:37:49.460" v="40" actId="20577"/>
          <ac:spMkLst>
            <pc:docMk/>
            <pc:sldMk cId="3117571071" sldId="344"/>
            <ac:spMk id="3" creationId="{87A9F761-F66D-564C-A85F-5D24B1E7B998}"/>
          </ac:spMkLst>
        </pc:spChg>
      </pc:sldChg>
      <pc:sldChg chg="delSp mod">
        <pc:chgData name="alvaro herrera" userId="e433adfdcf7e8d4e" providerId="LiveId" clId="{5BF4B3AE-18D2-4049-9E67-6F48B317AF7F}" dt="2025-03-10T01:38:30.687" v="65" actId="478"/>
        <pc:sldMkLst>
          <pc:docMk/>
          <pc:sldMk cId="660929596" sldId="359"/>
        </pc:sldMkLst>
        <pc:spChg chg="del">
          <ac:chgData name="alvaro herrera" userId="e433adfdcf7e8d4e" providerId="LiveId" clId="{5BF4B3AE-18D2-4049-9E67-6F48B317AF7F}" dt="2025-03-10T01:38:30.687" v="65" actId="478"/>
          <ac:spMkLst>
            <pc:docMk/>
            <pc:sldMk cId="660929596" sldId="359"/>
            <ac:spMk id="63" creationId="{35FE6D0C-8349-146C-EA36-34426513AAFE}"/>
          </ac:spMkLst>
        </pc:spChg>
      </pc:sldChg>
    </pc:docChg>
  </pc:docChgLst>
  <pc:docChgLst>
    <pc:chgData name="alvaro herrera" userId="e433adfdcf7e8d4e" providerId="LiveId" clId="{A5F5DAA1-C761-41F7-A3AA-37A9E35DAD41}"/>
    <pc:docChg chg="undo custSel addSld delSld modSld sldOrd">
      <pc:chgData name="alvaro herrera" userId="e433adfdcf7e8d4e" providerId="LiveId" clId="{A5F5DAA1-C761-41F7-A3AA-37A9E35DAD41}" dt="2025-03-10T16:16:04.612" v="1310" actId="20577"/>
      <pc:docMkLst>
        <pc:docMk/>
      </pc:docMkLst>
      <pc:sldChg chg="modSp mod">
        <pc:chgData name="alvaro herrera" userId="e433adfdcf7e8d4e" providerId="LiveId" clId="{A5F5DAA1-C761-41F7-A3AA-37A9E35DAD41}" dt="2025-03-10T01:43:56.287" v="35" actId="20577"/>
        <pc:sldMkLst>
          <pc:docMk/>
          <pc:sldMk cId="3642932644" sldId="261"/>
        </pc:sldMkLst>
        <pc:spChg chg="mod">
          <ac:chgData name="alvaro herrera" userId="e433adfdcf7e8d4e" providerId="LiveId" clId="{A5F5DAA1-C761-41F7-A3AA-37A9E35DAD41}" dt="2025-03-10T01:43:56.287" v="35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A5F5DAA1-C761-41F7-A3AA-37A9E35DAD41}" dt="2025-03-10T02:39:42.712" v="668" actId="20577"/>
        <pc:sldMkLst>
          <pc:docMk/>
          <pc:sldMk cId="3979444189" sldId="337"/>
        </pc:sldMkLst>
        <pc:spChg chg="mod">
          <ac:chgData name="alvaro herrera" userId="e433adfdcf7e8d4e" providerId="LiveId" clId="{A5F5DAA1-C761-41F7-A3AA-37A9E35DAD41}" dt="2025-03-10T02:39:42.712" v="668" actId="20577"/>
          <ac:spMkLst>
            <pc:docMk/>
            <pc:sldMk cId="3979444189" sldId="337"/>
            <ac:spMk id="12" creationId="{BB375BB0-38DE-5947-A049-E37CBB392147}"/>
          </ac:spMkLst>
        </pc:spChg>
      </pc:sldChg>
      <pc:sldChg chg="addSp delSp modSp mod">
        <pc:chgData name="alvaro herrera" userId="e433adfdcf7e8d4e" providerId="LiveId" clId="{A5F5DAA1-C761-41F7-A3AA-37A9E35DAD41}" dt="2025-03-10T16:16:04.612" v="1310" actId="20577"/>
        <pc:sldMkLst>
          <pc:docMk/>
          <pc:sldMk cId="214962392" sldId="339"/>
        </pc:sldMkLst>
        <pc:spChg chg="add mod">
          <ac:chgData name="alvaro herrera" userId="e433adfdcf7e8d4e" providerId="LiveId" clId="{A5F5DAA1-C761-41F7-A3AA-37A9E35DAD41}" dt="2025-03-10T16:15:52.955" v="1289" actId="20577"/>
          <ac:spMkLst>
            <pc:docMk/>
            <pc:sldMk cId="214962392" sldId="339"/>
            <ac:spMk id="3" creationId="{43489040-82F0-1A7E-D719-80EA64EDC5DF}"/>
          </ac:spMkLst>
        </pc:spChg>
        <pc:spChg chg="mod">
          <ac:chgData name="alvaro herrera" userId="e433adfdcf7e8d4e" providerId="LiveId" clId="{A5F5DAA1-C761-41F7-A3AA-37A9E35DAD41}" dt="2025-03-10T16:13:33.821" v="1278" actId="1036"/>
          <ac:spMkLst>
            <pc:docMk/>
            <pc:sldMk cId="214962392" sldId="339"/>
            <ac:spMk id="4" creationId="{49CAB5BC-5A14-4039-B5DE-FC66EF176185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5" creationId="{FC87C1DB-0E93-019D-E006-2FB4927189DE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6" creationId="{3BAD95C8-94A2-5C60-E70E-44218577F2FA}"/>
          </ac:spMkLst>
        </pc:spChg>
        <pc:spChg chg="add mod">
          <ac:chgData name="alvaro herrera" userId="e433adfdcf7e8d4e" providerId="LiveId" clId="{A5F5DAA1-C761-41F7-A3AA-37A9E35DAD41}" dt="2025-03-10T16:13:12.449" v="1273" actId="1037"/>
          <ac:spMkLst>
            <pc:docMk/>
            <pc:sldMk cId="214962392" sldId="339"/>
            <ac:spMk id="6" creationId="{DA36F971-98A7-C25E-B5E1-51AE9F8EB613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7" creationId="{A773D3C6-2A60-3C58-2B51-B73CF0A89DD6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8" creationId="{626C2193-F229-BD52-0E64-B75EADCE10FB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9" creationId="{263C28F2-B5A5-107E-B1A1-12623A42F691}"/>
          </ac:spMkLst>
        </pc:spChg>
        <pc:spChg chg="add mod">
          <ac:chgData name="alvaro herrera" userId="e433adfdcf7e8d4e" providerId="LiveId" clId="{A5F5DAA1-C761-41F7-A3AA-37A9E35DAD41}" dt="2025-03-10T16:15:59.270" v="1299" actId="20577"/>
          <ac:spMkLst>
            <pc:docMk/>
            <pc:sldMk cId="214962392" sldId="339"/>
            <ac:spMk id="10" creationId="{E1E279E1-8230-C574-3311-F69AAE2AE95C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1" creationId="{03491497-30D0-5ACA-8566-FFC4574B13E9}"/>
          </ac:spMkLst>
        </pc:spChg>
        <pc:spChg chg="add mod">
          <ac:chgData name="alvaro herrera" userId="e433adfdcf7e8d4e" providerId="LiveId" clId="{A5F5DAA1-C761-41F7-A3AA-37A9E35DAD41}" dt="2025-03-10T16:16:04.612" v="1310" actId="20577"/>
          <ac:spMkLst>
            <pc:docMk/>
            <pc:sldMk cId="214962392" sldId="339"/>
            <ac:spMk id="12" creationId="{BDBEA81A-6218-A2D4-388D-B2E792DC0804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3" creationId="{A4292FCC-E78E-B893-148D-137A00E306B6}"/>
          </ac:spMkLst>
        </pc:spChg>
        <pc:spChg chg="add mod">
          <ac:chgData name="alvaro herrera" userId="e433adfdcf7e8d4e" providerId="LiveId" clId="{A5F5DAA1-C761-41F7-A3AA-37A9E35DAD41}" dt="2025-03-10T16:12:09.909" v="1251" actId="20577"/>
          <ac:spMkLst>
            <pc:docMk/>
            <pc:sldMk cId="214962392" sldId="339"/>
            <ac:spMk id="14" creationId="{C7D1FE3E-DB8D-DBAD-5B29-B0B7EC6CEDFE}"/>
          </ac:spMkLst>
        </pc:spChg>
      </pc:sldChg>
      <pc:sldChg chg="modSp mod">
        <pc:chgData name="alvaro herrera" userId="e433adfdcf7e8d4e" providerId="LiveId" clId="{A5F5DAA1-C761-41F7-A3AA-37A9E35DAD41}" dt="2025-03-10T02:37:27.531" v="593" actId="6549"/>
        <pc:sldMkLst>
          <pc:docMk/>
          <pc:sldMk cId="3888574232" sldId="406"/>
        </pc:sldMkLst>
        <pc:spChg chg="mod">
          <ac:chgData name="alvaro herrera" userId="e433adfdcf7e8d4e" providerId="LiveId" clId="{A5F5DAA1-C761-41F7-A3AA-37A9E35DAD41}" dt="2025-03-10T02:37:27.531" v="593" actId="6549"/>
          <ac:spMkLst>
            <pc:docMk/>
            <pc:sldMk cId="3888574232" sldId="406"/>
            <ac:spMk id="71" creationId="{B8BBC416-0B06-941C-340D-23CAAC9576ED}"/>
          </ac:spMkLst>
        </pc:spChg>
      </pc:sldChg>
      <pc:sldChg chg="addSp delSp modSp add mod ord">
        <pc:chgData name="alvaro herrera" userId="e433adfdcf7e8d4e" providerId="LiveId" clId="{A5F5DAA1-C761-41F7-A3AA-37A9E35DAD41}" dt="2025-03-10T02:41:21.805" v="690"/>
        <pc:sldMkLst>
          <pc:docMk/>
          <pc:sldMk cId="3656665430" sldId="416"/>
        </pc:sldMkLst>
        <pc:spChg chg="mod">
          <ac:chgData name="alvaro herrera" userId="e433adfdcf7e8d4e" providerId="LiveId" clId="{A5F5DAA1-C761-41F7-A3AA-37A9E35DAD41}" dt="2025-03-10T02:20:55.073" v="473" actId="20577"/>
          <ac:spMkLst>
            <pc:docMk/>
            <pc:sldMk cId="3656665430" sldId="416"/>
            <ac:spMk id="2" creationId="{24B0227D-5220-F643-E30D-AE0AE2394D80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3" creationId="{BF9DDA06-B972-29D5-2867-583DB6B454D2}"/>
          </ac:spMkLst>
        </pc:spChg>
        <pc:spChg chg="del">
          <ac:chgData name="alvaro herrera" userId="e433adfdcf7e8d4e" providerId="LiveId" clId="{A5F5DAA1-C761-41F7-A3AA-37A9E35DAD41}" dt="2025-03-10T02:15:26.344" v="354" actId="478"/>
          <ac:spMkLst>
            <pc:docMk/>
            <pc:sldMk cId="3656665430" sldId="416"/>
            <ac:spMk id="4" creationId="{693B04A5-5D64-2522-04D5-DA44EE707387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5" creationId="{8B96C584-42E6-F426-F510-6E8B14D1C399}"/>
          </ac:spMkLst>
        </pc:spChg>
        <pc:spChg chg="add">
          <ac:chgData name="alvaro herrera" userId="e433adfdcf7e8d4e" providerId="LiveId" clId="{A5F5DAA1-C761-41F7-A3AA-37A9E35DAD41}" dt="2025-03-10T02:18:43.675" v="417"/>
          <ac:spMkLst>
            <pc:docMk/>
            <pc:sldMk cId="3656665430" sldId="416"/>
            <ac:spMk id="7" creationId="{FA41F088-FEF6-D512-F64C-EE7BFCCE36AA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0" creationId="{23BB366D-D464-0641-5291-5874527298F4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1" creationId="{E58B0CC2-66C8-FD6B-C801-A6F0D66B0F11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2" creationId="{93E2E3F6-D516-AEAE-F380-4932FD47F91F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3" creationId="{793D3063-6777-831C-46DC-02E30EB48566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4" creationId="{E30FF31D-F411-C25A-DCA1-1BF06955F3B3}"/>
          </ac:spMkLst>
        </pc:spChg>
        <pc:spChg chg="add mod">
          <ac:chgData name="alvaro herrera" userId="e433adfdcf7e8d4e" providerId="LiveId" clId="{A5F5DAA1-C761-41F7-A3AA-37A9E35DAD41}" dt="2025-03-10T02:30:38.286" v="543" actId="403"/>
          <ac:spMkLst>
            <pc:docMk/>
            <pc:sldMk cId="3656665430" sldId="416"/>
            <ac:spMk id="19" creationId="{D0FB138C-1391-3E1C-69DA-AE3AF135D6EB}"/>
          </ac:spMkLst>
        </pc:spChg>
        <pc:spChg chg="add mod">
          <ac:chgData name="alvaro herrera" userId="e433adfdcf7e8d4e" providerId="LiveId" clId="{A5F5DAA1-C761-41F7-A3AA-37A9E35DAD41}" dt="2025-03-10T02:30:32.730" v="541" actId="403"/>
          <ac:spMkLst>
            <pc:docMk/>
            <pc:sldMk cId="3656665430" sldId="416"/>
            <ac:spMk id="21" creationId="{C8E303E4-A2C8-6011-DB64-FE4803D449B6}"/>
          </ac:spMkLst>
        </pc:spChg>
        <pc:spChg chg="add mod">
          <ac:chgData name="alvaro herrera" userId="e433adfdcf7e8d4e" providerId="LiveId" clId="{A5F5DAA1-C761-41F7-A3AA-37A9E35DAD41}" dt="2025-03-10T02:30:27.753" v="538" actId="14100"/>
          <ac:spMkLst>
            <pc:docMk/>
            <pc:sldMk cId="3656665430" sldId="416"/>
            <ac:spMk id="23" creationId="{07F94AAF-D3FE-C2CC-B770-E83F377D3162}"/>
          </ac:spMkLst>
        </pc:spChg>
        <pc:spChg chg="add mod">
          <ac:chgData name="alvaro herrera" userId="e433adfdcf7e8d4e" providerId="LiveId" clId="{A5F5DAA1-C761-41F7-A3AA-37A9E35DAD41}" dt="2025-03-10T02:30:16.669" v="534" actId="403"/>
          <ac:spMkLst>
            <pc:docMk/>
            <pc:sldMk cId="3656665430" sldId="416"/>
            <ac:spMk id="25" creationId="{0F7E3BF4-E5CA-A98D-A4D7-59A879B42A3E}"/>
          </ac:spMkLst>
        </pc:spChg>
        <pc:picChg chg="add del mod">
          <ac:chgData name="alvaro herrera" userId="e433adfdcf7e8d4e" providerId="LiveId" clId="{A5F5DAA1-C761-41F7-A3AA-37A9E35DAD41}" dt="2025-03-10T02:18:16.054" v="416" actId="478"/>
          <ac:picMkLst>
            <pc:docMk/>
            <pc:sldMk cId="3656665430" sldId="416"/>
            <ac:picMk id="6" creationId="{86E2DBAE-D61B-8CE2-9C62-310653AB0A24}"/>
          </ac:picMkLst>
        </pc:picChg>
        <pc:picChg chg="add del">
          <ac:chgData name="alvaro herrera" userId="e433adfdcf7e8d4e" providerId="LiveId" clId="{A5F5DAA1-C761-41F7-A3AA-37A9E35DAD41}" dt="2025-03-10T02:19:55.485" v="419" actId="478"/>
          <ac:picMkLst>
            <pc:docMk/>
            <pc:sldMk cId="3656665430" sldId="416"/>
            <ac:picMk id="8" creationId="{BE449242-66FD-D3D3-498C-5119374BE998}"/>
          </ac:picMkLst>
        </pc:picChg>
        <pc:picChg chg="add del mod">
          <ac:chgData name="alvaro herrera" userId="e433adfdcf7e8d4e" providerId="LiveId" clId="{A5F5DAA1-C761-41F7-A3AA-37A9E35DAD41}" dt="2025-03-10T02:21:20.530" v="474" actId="478"/>
          <ac:picMkLst>
            <pc:docMk/>
            <pc:sldMk cId="3656665430" sldId="416"/>
            <ac:picMk id="15" creationId="{74909687-4B65-8146-38A8-9309D0C29D5B}"/>
          </ac:picMkLst>
        </pc:picChg>
        <pc:picChg chg="add mod">
          <ac:chgData name="alvaro herrera" userId="e433adfdcf7e8d4e" providerId="LiveId" clId="{A5F5DAA1-C761-41F7-A3AA-37A9E35DAD41}" dt="2025-03-10T02:21:46.349" v="482" actId="14100"/>
          <ac:picMkLst>
            <pc:docMk/>
            <pc:sldMk cId="3656665430" sldId="416"/>
            <ac:picMk id="17" creationId="{51759D37-2246-12D0-D424-AD56CB0031CA}"/>
          </ac:picMkLst>
        </pc:picChg>
      </pc:sldChg>
      <pc:sldChg chg="add del">
        <pc:chgData name="alvaro herrera" userId="e433adfdcf7e8d4e" providerId="LiveId" clId="{A5F5DAA1-C761-41F7-A3AA-37A9E35DAD41}" dt="2025-03-10T02:15:34.122" v="357"/>
        <pc:sldMkLst>
          <pc:docMk/>
          <pc:sldMk cId="326348038" sldId="417"/>
        </pc:sldMkLst>
      </pc:sldChg>
      <pc:sldChg chg="addSp delSp modSp add mod">
        <pc:chgData name="alvaro herrera" userId="e433adfdcf7e8d4e" providerId="LiveId" clId="{A5F5DAA1-C761-41F7-A3AA-37A9E35DAD41}" dt="2025-03-10T02:44:38.148" v="696" actId="14100"/>
        <pc:sldMkLst>
          <pc:docMk/>
          <pc:sldMk cId="3119748775" sldId="417"/>
        </pc:sldMkLst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19" creationId="{F1C7F24F-F592-9DCC-3949-58F502D26694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1" creationId="{2D68F016-DE3A-9BFF-1085-B1FC2DF7B74B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3" creationId="{56B45E42-A3FF-41C3-3467-9B8EFCB291F0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5" creationId="{F77E9648-02B5-9D80-202D-AFF87C6C70FF}"/>
          </ac:spMkLst>
        </pc:spChg>
        <pc:picChg chg="del">
          <ac:chgData name="alvaro herrera" userId="e433adfdcf7e8d4e" providerId="LiveId" clId="{A5F5DAA1-C761-41F7-A3AA-37A9E35DAD41}" dt="2025-03-10T02:44:17.655" v="692" actId="478"/>
          <ac:picMkLst>
            <pc:docMk/>
            <pc:sldMk cId="3119748775" sldId="417"/>
            <ac:picMk id="17" creationId="{B85F2D2F-B101-449C-CA8D-01CD91E2CDDF}"/>
          </ac:picMkLst>
        </pc:picChg>
        <pc:picChg chg="add mod">
          <ac:chgData name="alvaro herrera" userId="e433adfdcf7e8d4e" providerId="LiveId" clId="{A5F5DAA1-C761-41F7-A3AA-37A9E35DAD41}" dt="2025-03-10T02:44:38.148" v="696" actId="14100"/>
          <ac:picMkLst>
            <pc:docMk/>
            <pc:sldMk cId="3119748775" sldId="417"/>
            <ac:picMk id="2050" creationId="{765BDFD4-A050-7116-3401-E2D3F18C9607}"/>
          </ac:picMkLst>
        </pc:picChg>
      </pc:sldChg>
      <pc:sldChg chg="addSp delSp modSp add mod">
        <pc:chgData name="alvaro herrera" userId="e433adfdcf7e8d4e" providerId="LiveId" clId="{A5F5DAA1-C761-41F7-A3AA-37A9E35DAD41}" dt="2025-03-10T02:53:59.267" v="747" actId="20577"/>
        <pc:sldMkLst>
          <pc:docMk/>
          <pc:sldMk cId="2903986870" sldId="418"/>
        </pc:sldMkLst>
        <pc:spChg chg="mod">
          <ac:chgData name="alvaro herrera" userId="e433adfdcf7e8d4e" providerId="LiveId" clId="{A5F5DAA1-C761-41F7-A3AA-37A9E35DAD41}" dt="2025-03-10T02:53:59.267" v="747" actId="20577"/>
          <ac:spMkLst>
            <pc:docMk/>
            <pc:sldMk cId="2903986870" sldId="418"/>
            <ac:spMk id="2" creationId="{459DAAE6-BF86-6C2C-0DCD-BF88701C035D}"/>
          </ac:spMkLst>
        </pc:spChg>
        <pc:picChg chg="del">
          <ac:chgData name="alvaro herrera" userId="e433adfdcf7e8d4e" providerId="LiveId" clId="{A5F5DAA1-C761-41F7-A3AA-37A9E35DAD41}" dt="2025-03-10T02:49:19.784" v="698" actId="478"/>
          <ac:picMkLst>
            <pc:docMk/>
            <pc:sldMk cId="2903986870" sldId="418"/>
            <ac:picMk id="2050" creationId="{436D4744-74E5-D1CB-1B14-6989ECB79AFD}"/>
          </ac:picMkLst>
        </pc:picChg>
        <pc:picChg chg="add del mod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4" creationId="{84AF82E5-FF0A-EEA8-A068-C57BCFD8FADC}"/>
          </ac:picMkLst>
        </pc:picChg>
        <pc:picChg chg="add del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6" creationId="{2149001F-708B-DB0C-98DB-298800FE46E2}"/>
          </ac:picMkLst>
        </pc:picChg>
        <pc:picChg chg="add del mod">
          <ac:chgData name="alvaro herrera" userId="e433adfdcf7e8d4e" providerId="LiveId" clId="{A5F5DAA1-C761-41F7-A3AA-37A9E35DAD41}" dt="2025-03-10T02:52:30.335" v="709" actId="478"/>
          <ac:picMkLst>
            <pc:docMk/>
            <pc:sldMk cId="2903986870" sldId="418"/>
            <ac:picMk id="3078" creationId="{3D7B4E3D-F932-EAFF-68BD-C9F7C86CE723}"/>
          </ac:picMkLst>
        </pc:picChg>
        <pc:picChg chg="add mod">
          <ac:chgData name="alvaro herrera" userId="e433adfdcf7e8d4e" providerId="LiveId" clId="{A5F5DAA1-C761-41F7-A3AA-37A9E35DAD41}" dt="2025-03-10T02:53:29.999" v="713" actId="14100"/>
          <ac:picMkLst>
            <pc:docMk/>
            <pc:sldMk cId="2903986870" sldId="418"/>
            <ac:picMk id="3080" creationId="{1A213A91-F262-7E83-C144-D1609AB812BF}"/>
          </ac:picMkLst>
        </pc:picChg>
      </pc:sldChg>
      <pc:sldChg chg="addSp delSp modSp add">
        <pc:chgData name="alvaro herrera" userId="e433adfdcf7e8d4e" providerId="LiveId" clId="{A5F5DAA1-C761-41F7-A3AA-37A9E35DAD41}" dt="2025-03-10T03:01:34.574" v="757" actId="1076"/>
        <pc:sldMkLst>
          <pc:docMk/>
          <pc:sldMk cId="1091014937" sldId="419"/>
        </pc:sldMkLst>
        <pc:picChg chg="del">
          <ac:chgData name="alvaro herrera" userId="e433adfdcf7e8d4e" providerId="LiveId" clId="{A5F5DAA1-C761-41F7-A3AA-37A9E35DAD41}" dt="2025-03-10T02:59:52.367" v="749" actId="478"/>
          <ac:picMkLst>
            <pc:docMk/>
            <pc:sldMk cId="1091014937" sldId="419"/>
            <ac:picMk id="3080" creationId="{810D46B5-BD6B-7D2F-9422-8DFE1F86E7AD}"/>
          </ac:picMkLst>
        </pc:picChg>
        <pc:picChg chg="add del mod">
          <ac:chgData name="alvaro herrera" userId="e433adfdcf7e8d4e" providerId="LiveId" clId="{A5F5DAA1-C761-41F7-A3AA-37A9E35DAD41}" dt="2025-03-10T03:01:25.555" v="754" actId="478"/>
          <ac:picMkLst>
            <pc:docMk/>
            <pc:sldMk cId="1091014937" sldId="419"/>
            <ac:picMk id="4098" creationId="{1DACFB98-797C-8746-07A6-753075F4D287}"/>
          </ac:picMkLst>
        </pc:picChg>
        <pc:picChg chg="add mod">
          <ac:chgData name="alvaro herrera" userId="e433adfdcf7e8d4e" providerId="LiveId" clId="{A5F5DAA1-C761-41F7-A3AA-37A9E35DAD41}" dt="2025-03-10T03:01:34.574" v="757" actId="1076"/>
          <ac:picMkLst>
            <pc:docMk/>
            <pc:sldMk cId="1091014937" sldId="419"/>
            <ac:picMk id="4100" creationId="{97951A39-419D-E526-234B-A8FA86787F0B}"/>
          </ac:picMkLst>
        </pc:picChg>
      </pc:sldChg>
      <pc:sldChg chg="addSp delSp modSp add mod">
        <pc:chgData name="alvaro herrera" userId="e433adfdcf7e8d4e" providerId="LiveId" clId="{A5F5DAA1-C761-41F7-A3AA-37A9E35DAD41}" dt="2025-03-10T15:58:38.327" v="1027" actId="1076"/>
        <pc:sldMkLst>
          <pc:docMk/>
          <pc:sldMk cId="975002621" sldId="420"/>
        </pc:sldMkLst>
        <pc:spChg chg="mod">
          <ac:chgData name="alvaro herrera" userId="e433adfdcf7e8d4e" providerId="LiveId" clId="{A5F5DAA1-C761-41F7-A3AA-37A9E35DAD41}" dt="2025-03-10T15:49:48.966" v="914" actId="20577"/>
          <ac:spMkLst>
            <pc:docMk/>
            <pc:sldMk cId="975002621" sldId="420"/>
            <ac:spMk id="2" creationId="{AA43B8A7-9FD5-22BD-07C7-B3729D0EBD56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3" creationId="{95110581-0BF7-8010-09EA-357783CB9018}"/>
          </ac:spMkLst>
        </pc:spChg>
        <pc:spChg chg="del">
          <ac:chgData name="alvaro herrera" userId="e433adfdcf7e8d4e" providerId="LiveId" clId="{A5F5DAA1-C761-41F7-A3AA-37A9E35DAD41}" dt="2025-03-10T15:42:11.276" v="759" actId="478"/>
          <ac:spMkLst>
            <pc:docMk/>
            <pc:sldMk cId="975002621" sldId="420"/>
            <ac:spMk id="4" creationId="{672BE0E9-FF3F-A354-BB54-0600C4A92661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5" creationId="{B2A80408-23A0-4607-CF0E-2578D57010B9}"/>
          </ac:spMkLst>
        </pc:spChg>
        <pc:spChg chg="add mod">
          <ac:chgData name="alvaro herrera" userId="e433adfdcf7e8d4e" providerId="LiveId" clId="{A5F5DAA1-C761-41F7-A3AA-37A9E35DAD41}" dt="2025-03-10T15:58:38.327" v="1027" actId="1076"/>
          <ac:spMkLst>
            <pc:docMk/>
            <pc:sldMk cId="975002621" sldId="420"/>
            <ac:spMk id="6" creationId="{CDA06B95-9A3E-573C-6F43-5F3A5E958FAD}"/>
          </ac:spMkLst>
        </pc:spChg>
        <pc:spChg chg="add mod">
          <ac:chgData name="alvaro herrera" userId="e433adfdcf7e8d4e" providerId="LiveId" clId="{A5F5DAA1-C761-41F7-A3AA-37A9E35DAD41}" dt="2025-03-10T15:57:34.357" v="1009" actId="208"/>
          <ac:spMkLst>
            <pc:docMk/>
            <pc:sldMk cId="975002621" sldId="420"/>
            <ac:spMk id="7" creationId="{8A37D94C-8893-8DB5-42CA-72EAF5576AA1}"/>
          </ac:spMkLst>
        </pc:spChg>
        <pc:spChg chg="add mod">
          <ac:chgData name="alvaro herrera" userId="e433adfdcf7e8d4e" providerId="LiveId" clId="{A5F5DAA1-C761-41F7-A3AA-37A9E35DAD41}" dt="2025-03-10T15:58:14.347" v="1025" actId="113"/>
          <ac:spMkLst>
            <pc:docMk/>
            <pc:sldMk cId="975002621" sldId="420"/>
            <ac:spMk id="8" creationId="{C35FAED9-6341-93D7-3FCB-BA70C648F190}"/>
          </ac:spMkLst>
        </pc:spChg>
        <pc:spChg chg="add mod">
          <ac:chgData name="alvaro herrera" userId="e433adfdcf7e8d4e" providerId="LiveId" clId="{A5F5DAA1-C761-41F7-A3AA-37A9E35DAD41}" dt="2025-03-10T15:58:03.079" v="1014" actId="1037"/>
          <ac:spMkLst>
            <pc:docMk/>
            <pc:sldMk cId="975002621" sldId="420"/>
            <ac:spMk id="9" creationId="{82CCE80A-037E-D663-6BAE-5AF8B10EF625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0" creationId="{0B659C74-4CFA-CED0-EFF2-29779E501FA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1" creationId="{0108F072-85B3-7DC8-C1F6-D287B95D3E6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2" creationId="{63CEDE63-4415-8543-341C-F5C894E8038B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3" creationId="{3FC64E13-1066-F005-36E6-1EC4799A09CD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4" creationId="{5D435AAA-3BAD-E322-09CA-6325981D7B86}"/>
          </ac:spMkLst>
        </pc:spChg>
        <pc:picChg chg="add mod">
          <ac:chgData name="alvaro herrera" userId="e433adfdcf7e8d4e" providerId="LiveId" clId="{A5F5DAA1-C761-41F7-A3AA-37A9E35DAD41}" dt="2025-03-10T15:54:34.923" v="982" actId="1076"/>
          <ac:picMkLst>
            <pc:docMk/>
            <pc:sldMk cId="975002621" sldId="420"/>
            <ac:picMk id="15" creationId="{96DE4667-2AC2-8FDC-CFB6-F0ADF3711411}"/>
          </ac:picMkLst>
        </pc:picChg>
        <pc:picChg chg="add mod">
          <ac:chgData name="alvaro herrera" userId="e433adfdcf7e8d4e" providerId="LiveId" clId="{A5F5DAA1-C761-41F7-A3AA-37A9E35DAD41}" dt="2025-03-10T15:55:12.202" v="1001" actId="1076"/>
          <ac:picMkLst>
            <pc:docMk/>
            <pc:sldMk cId="975002621" sldId="420"/>
            <ac:picMk id="16" creationId="{938E925F-2E66-F4B2-EF28-11EB194D7C6D}"/>
          </ac:picMkLst>
        </pc:picChg>
      </pc:sldChg>
      <pc:sldChg chg="addSp delSp modSp add mod">
        <pc:chgData name="alvaro herrera" userId="e433adfdcf7e8d4e" providerId="LiveId" clId="{A5F5DAA1-C761-41F7-A3AA-37A9E35DAD41}" dt="2025-03-10T15:59:53.094" v="1075" actId="20577"/>
        <pc:sldMkLst>
          <pc:docMk/>
          <pc:sldMk cId="1290328248" sldId="421"/>
        </pc:sldMkLst>
        <pc:spChg chg="mod">
          <ac:chgData name="alvaro herrera" userId="e433adfdcf7e8d4e" providerId="LiveId" clId="{A5F5DAA1-C761-41F7-A3AA-37A9E35DAD41}" dt="2025-03-10T15:59:53.094" v="1075" actId="20577"/>
          <ac:spMkLst>
            <pc:docMk/>
            <pc:sldMk cId="1290328248" sldId="421"/>
            <ac:spMk id="2" creationId="{A0894FDA-7AA7-6141-7BD6-F075D9EE0866}"/>
          </ac:spMkLst>
        </pc:spChg>
        <pc:spChg chg="mod">
          <ac:chgData name="alvaro herrera" userId="e433adfdcf7e8d4e" providerId="LiveId" clId="{A5F5DAA1-C761-41F7-A3AA-37A9E35DAD41}" dt="2025-03-10T15:59:40.293" v="1059" actId="113"/>
          <ac:spMkLst>
            <pc:docMk/>
            <pc:sldMk cId="1290328248" sldId="421"/>
            <ac:spMk id="6" creationId="{5967ACC0-617B-EC6B-FAAA-A12F1197CBBB}"/>
          </ac:spMkLst>
        </pc:spChg>
        <pc:spChg chg="del">
          <ac:chgData name="alvaro herrera" userId="e433adfdcf7e8d4e" providerId="LiveId" clId="{A5F5DAA1-C761-41F7-A3AA-37A9E35DAD41}" dt="2025-03-10T15:51:52.653" v="951" actId="478"/>
          <ac:spMkLst>
            <pc:docMk/>
            <pc:sldMk cId="1290328248" sldId="421"/>
            <ac:spMk id="7" creationId="{880C31AD-9430-B1F2-1A3A-1C3A78478CBE}"/>
          </ac:spMkLst>
        </pc:spChg>
        <pc:spChg chg="mod">
          <ac:chgData name="alvaro herrera" userId="e433adfdcf7e8d4e" providerId="LiveId" clId="{A5F5DAA1-C761-41F7-A3AA-37A9E35DAD41}" dt="2025-03-10T15:59:36.946" v="1058" actId="113"/>
          <ac:spMkLst>
            <pc:docMk/>
            <pc:sldMk cId="1290328248" sldId="421"/>
            <ac:spMk id="8" creationId="{C416B1A2-3EFA-E662-89C2-F515E998C28B}"/>
          </ac:spMkLst>
        </pc:spChg>
        <pc:spChg chg="del">
          <ac:chgData name="alvaro herrera" userId="e433adfdcf7e8d4e" providerId="LiveId" clId="{A5F5DAA1-C761-41F7-A3AA-37A9E35DAD41}" dt="2025-03-10T15:51:17.562" v="917" actId="478"/>
          <ac:spMkLst>
            <pc:docMk/>
            <pc:sldMk cId="1290328248" sldId="421"/>
            <ac:spMk id="9" creationId="{ABAD1CCC-D104-6F14-315B-9C031942F330}"/>
          </ac:spMkLst>
        </pc:spChg>
        <pc:picChg chg="add mod">
          <ac:chgData name="alvaro herrera" userId="e433adfdcf7e8d4e" providerId="LiveId" clId="{A5F5DAA1-C761-41F7-A3AA-37A9E35DAD41}" dt="2025-03-10T15:59:31.011" v="1042" actId="1037"/>
          <ac:picMkLst>
            <pc:docMk/>
            <pc:sldMk cId="1290328248" sldId="421"/>
            <ac:picMk id="1026" creationId="{9ADE2C34-F03E-C6F6-1528-3255ABC79960}"/>
          </ac:picMkLst>
        </pc:picChg>
        <pc:picChg chg="add del mod">
          <ac:chgData name="alvaro herrera" userId="e433adfdcf7e8d4e" providerId="LiveId" clId="{A5F5DAA1-C761-41F7-A3AA-37A9E35DAD41}" dt="2025-03-10T15:53:38.229" v="973" actId="478"/>
          <ac:picMkLst>
            <pc:docMk/>
            <pc:sldMk cId="1290328248" sldId="421"/>
            <ac:picMk id="1028" creationId="{C861933A-358F-8E4D-6D70-E66566A928CC}"/>
          </ac:picMkLst>
        </pc:picChg>
        <pc:picChg chg="add mod">
          <ac:chgData name="alvaro herrera" userId="e433adfdcf7e8d4e" providerId="LiveId" clId="{A5F5DAA1-C761-41F7-A3AA-37A9E35DAD41}" dt="2025-03-10T15:53:48.503" v="976" actId="1076"/>
          <ac:picMkLst>
            <pc:docMk/>
            <pc:sldMk cId="1290328248" sldId="421"/>
            <ac:picMk id="1030" creationId="{4E14F677-FBB9-28AD-4A47-04E2D0D759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653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7410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6482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2381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4053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3507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150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5494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9216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6359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451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=""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=""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=""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=""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=""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=""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=""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=""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=""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=""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=""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=""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=""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=""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=""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=""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=""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=""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=""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=""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=""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=""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=""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=""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=""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=""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=""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=""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=""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youtube.com/watch?v=3LNW2Pl4aRM&amp;t=730s" TargetMode="External"/><Relationship Id="rId4" Type="http://schemas.openxmlformats.org/officeDocument/2006/relationships/hyperlink" Target="https://www.youtube.com/watch?v=pNdBbXaVAx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15544800" cy="984885"/>
          </a:xfrm>
        </p:spPr>
        <p:txBody>
          <a:bodyPr/>
          <a:lstStyle/>
          <a:p>
            <a:r>
              <a:rPr lang="es-CL" sz="3200" spc="-10" dirty="0"/>
              <a:t>MPY1101</a:t>
            </a:r>
            <a:br>
              <a:rPr lang="es-CL" sz="3200" spc="-10" dirty="0"/>
            </a:br>
            <a:r>
              <a:rPr lang="es-CL" sz="3200" b="0" spc="-10" dirty="0"/>
              <a:t>Clase</a:t>
            </a:r>
            <a:r>
              <a:rPr lang="es-CL" sz="3200" b="0" dirty="0"/>
              <a:t>: </a:t>
            </a:r>
            <a:r>
              <a:rPr lang="es-MX" sz="3200" b="0" dirty="0" smtClean="0"/>
              <a:t>DIAGRAMA DE ACTIVIDADES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923330"/>
          </a:xfrm>
        </p:spPr>
        <p:txBody>
          <a:bodyPr/>
          <a:lstStyle/>
          <a:p>
            <a:r>
              <a:rPr lang="es-CL" sz="6000" dirty="0" smtClean="0"/>
              <a:t>¿Qué representa un Diagrama de Actividades?</a:t>
            </a:r>
            <a:endParaRPr lang="es-CL" sz="60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0831" y="8245475"/>
            <a:ext cx="2666999" cy="194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679450" y="2073275"/>
            <a:ext cx="18516601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/>
              <a:t>Representa el </a:t>
            </a:r>
            <a:r>
              <a:rPr lang="es-CL" sz="6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FLUJO</a:t>
            </a:r>
            <a:r>
              <a:rPr lang="es-CL" sz="6000" dirty="0" smtClean="0"/>
              <a:t> </a:t>
            </a:r>
          </a:p>
          <a:p>
            <a:pPr algn="ctr"/>
            <a:r>
              <a:rPr lang="es-CL" sz="6000" dirty="0" smtClean="0"/>
              <a:t>secuencial, ramificado, o concurrente de </a:t>
            </a:r>
            <a:r>
              <a:rPr lang="es-CL" sz="6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ACCIONES</a:t>
            </a:r>
            <a:r>
              <a:rPr lang="es-CL" sz="6000" dirty="0" smtClean="0"/>
              <a:t> de un </a:t>
            </a:r>
            <a:r>
              <a:rPr lang="es-CL" sz="6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PROCESO</a:t>
            </a:r>
          </a:p>
          <a:p>
            <a:pPr marL="571500" indent="-571500" algn="just">
              <a:buFontTx/>
              <a:buChar char="-"/>
            </a:pPr>
            <a:endParaRPr lang="es-CL" sz="4400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571500" indent="-571500" algn="just">
              <a:buFontTx/>
              <a:buChar char="-"/>
            </a:pPr>
            <a:r>
              <a:rPr lang="es-CL" sz="4400" dirty="0" smtClean="0"/>
              <a:t>Permite detallar flujos de trabajo de inicio a fin, identificando los puntos de decisión, bifurcación y las rutas de decisión.</a:t>
            </a:r>
          </a:p>
          <a:p>
            <a:pPr marL="571500" indent="-571500" algn="just">
              <a:buFontTx/>
              <a:buChar char="-"/>
            </a:pPr>
            <a:endParaRPr lang="es-CL" sz="4400" dirty="0" smtClean="0"/>
          </a:p>
          <a:p>
            <a:pPr marL="571500" indent="-571500" algn="just">
              <a:buFontTx/>
              <a:buChar char="-"/>
            </a:pPr>
            <a:r>
              <a:rPr lang="es-CL" sz="4400" dirty="0" smtClean="0"/>
              <a:t>Es muy parecido a los diagramas de flujo, sin embargo la gran diferencia es la incorporación de paralelismo.</a:t>
            </a:r>
          </a:p>
          <a:p>
            <a:pPr marL="571500" indent="-571500" algn="just">
              <a:buFontTx/>
              <a:buChar char="-"/>
            </a:pPr>
            <a:endParaRPr lang="es-CL" sz="4400" dirty="0" smtClean="0"/>
          </a:p>
          <a:p>
            <a:pPr marL="571500" indent="-571500" algn="just">
              <a:buFontTx/>
              <a:buChar char="-"/>
            </a:pPr>
            <a:r>
              <a:rPr lang="es-CL" sz="4400" dirty="0" smtClean="0"/>
              <a:t>Permite identificar el responsable de la acción o actividad</a:t>
            </a:r>
          </a:p>
        </p:txBody>
      </p:sp>
    </p:spTree>
    <p:extLst>
      <p:ext uri="{BB962C8B-B14F-4D97-AF65-F5344CB8AC3E}">
        <p14:creationId xmlns:p14="http://schemas.microsoft.com/office/powerpoint/2010/main" val="129032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830997"/>
          </a:xfrm>
        </p:spPr>
        <p:txBody>
          <a:bodyPr/>
          <a:lstStyle/>
          <a:p>
            <a:r>
              <a:rPr lang="es-CL" sz="5400" dirty="0" smtClean="0"/>
              <a:t>¿Cuáles son los Diagramas de Pre-Requisitos?</a:t>
            </a:r>
            <a:endParaRPr lang="es-CL" sz="5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2911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6927850" y="3228955"/>
            <a:ext cx="1264920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7200" dirty="0" smtClean="0"/>
              <a:t> Diagrama de Casos de Uso.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7200" dirty="0" smtClean="0"/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es-CL" sz="7200" dirty="0" smtClean="0"/>
              <a:t>Opcional</a:t>
            </a:r>
          </a:p>
          <a:p>
            <a:pPr algn="just"/>
            <a:r>
              <a:rPr lang="es-CL" sz="7200" dirty="0" smtClean="0"/>
              <a:t>		- Diagrama de Clases</a:t>
            </a:r>
          </a:p>
          <a:p>
            <a:pPr algn="just"/>
            <a:r>
              <a:rPr lang="es-CL" sz="7200" dirty="0" smtClean="0"/>
              <a:t>		- Diagrama de Secuencia</a:t>
            </a:r>
          </a:p>
        </p:txBody>
      </p:sp>
    </p:spTree>
    <p:extLst>
      <p:ext uri="{BB962C8B-B14F-4D97-AF65-F5344CB8AC3E}">
        <p14:creationId xmlns:p14="http://schemas.microsoft.com/office/powerpoint/2010/main" val="357225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84830"/>
          </a:xfrm>
        </p:spPr>
        <p:txBody>
          <a:bodyPr/>
          <a:lstStyle/>
          <a:p>
            <a:r>
              <a:rPr lang="es-CL" sz="5100" dirty="0" smtClean="0"/>
              <a:t>¿Cuál es la estructura de un Diagrama de actividades?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8" y="4816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de flecha 6"/>
          <p:cNvCxnSpPr>
            <a:stCxn id="8" idx="3"/>
          </p:cNvCxnSpPr>
          <p:nvPr/>
        </p:nvCxnSpPr>
        <p:spPr>
          <a:xfrm>
            <a:off x="7232650" y="4359275"/>
            <a:ext cx="10744200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>
          <a:xfrm>
            <a:off x="6318250" y="390207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4" name="Conector recto 13"/>
          <p:cNvCxnSpPr>
            <a:stCxn id="8" idx="2"/>
          </p:cNvCxnSpPr>
          <p:nvPr/>
        </p:nvCxnSpPr>
        <p:spPr>
          <a:xfrm flipH="1">
            <a:off x="6775200" y="4816475"/>
            <a:ext cx="250" cy="5688000"/>
          </a:xfrm>
          <a:prstGeom prst="line">
            <a:avLst/>
          </a:prstGeom>
          <a:ln w="889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7327900" y="4511675"/>
            <a:ext cx="1082039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C00000"/>
                </a:solidFill>
              </a:rPr>
              <a:t>EJE VERTICAL</a:t>
            </a:r>
          </a:p>
          <a:p>
            <a:pPr algn="ctr"/>
            <a:r>
              <a:rPr lang="es-CL" sz="4800" dirty="0" smtClean="0"/>
              <a:t>ACCIONES o ACTIVIDADES</a:t>
            </a:r>
          </a:p>
          <a:p>
            <a:pPr algn="ctr"/>
            <a:r>
              <a:rPr lang="es-CL" sz="4800" dirty="0" smtClean="0"/>
              <a:t>NODOS DE CONTROL</a:t>
            </a:r>
          </a:p>
          <a:p>
            <a:pPr algn="ctr"/>
            <a:r>
              <a:rPr lang="es-CL" sz="4800" dirty="0" smtClean="0"/>
              <a:t>FLUJOS</a:t>
            </a:r>
          </a:p>
          <a:p>
            <a:pPr algn="ctr"/>
            <a:r>
              <a:rPr lang="es-CL" sz="4800" dirty="0" smtClean="0"/>
              <a:t>RAMIFICACIONES</a:t>
            </a:r>
          </a:p>
          <a:p>
            <a:pPr algn="ctr"/>
            <a:r>
              <a:rPr lang="es-CL" sz="4800" dirty="0" smtClean="0"/>
              <a:t>DECISIONES</a:t>
            </a:r>
          </a:p>
          <a:p>
            <a:pPr algn="ctr"/>
            <a:r>
              <a:rPr lang="es-CL" sz="4800" dirty="0" smtClean="0"/>
              <a:t>BIFURCACIONES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6775450" y="1810683"/>
            <a:ext cx="113537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C00000"/>
                </a:solidFill>
              </a:rPr>
              <a:t>EJE HORIZONTAL</a:t>
            </a:r>
          </a:p>
          <a:p>
            <a:pPr algn="ctr"/>
            <a:r>
              <a:rPr lang="es-CL" sz="6000" dirty="0" smtClean="0"/>
              <a:t>ACTORES</a:t>
            </a:r>
            <a:endParaRPr lang="es-CL" sz="6000" dirty="0"/>
          </a:p>
        </p:txBody>
      </p:sp>
    </p:spTree>
    <p:extLst>
      <p:ext uri="{BB962C8B-B14F-4D97-AF65-F5344CB8AC3E}">
        <p14:creationId xmlns:p14="http://schemas.microsoft.com/office/powerpoint/2010/main" val="52207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250" y="6889798"/>
            <a:ext cx="3131132" cy="27397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914400"/>
          </a:xfrm>
        </p:spPr>
        <p:txBody>
          <a:bodyPr/>
          <a:lstStyle/>
          <a:p>
            <a:r>
              <a:rPr lang="es-CL" sz="5100" dirty="0" smtClean="0"/>
              <a:t>Elementos de un Diagrama de Actividades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4288353" y="2301875"/>
            <a:ext cx="92640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7200" dirty="0" smtClean="0"/>
              <a:t>Nodo  Inicial</a:t>
            </a:r>
            <a:r>
              <a:rPr lang="es-CL" sz="3600" dirty="0" smtClean="0"/>
              <a:t>(Uno por diagrama)</a:t>
            </a:r>
            <a:endParaRPr lang="es-CL" sz="72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4287600" y="4037981"/>
            <a:ext cx="89050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7200" dirty="0" smtClean="0"/>
              <a:t>Nodo Final</a:t>
            </a:r>
            <a:r>
              <a:rPr lang="es-CL" sz="3600" dirty="0" smtClean="0"/>
              <a:t>(Uno por diagrama)</a:t>
            </a:r>
            <a:endParaRPr lang="es-CL" sz="3600" dirty="0"/>
          </a:p>
        </p:txBody>
      </p:sp>
      <p:sp>
        <p:nvSpPr>
          <p:cNvPr id="25" name="CuadroTexto 24"/>
          <p:cNvSpPr txBox="1"/>
          <p:nvPr/>
        </p:nvSpPr>
        <p:spPr>
          <a:xfrm>
            <a:off x="13529219" y="4269287"/>
            <a:ext cx="57502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200" dirty="0" smtClean="0"/>
              <a:t>Acción</a:t>
            </a:r>
          </a:p>
          <a:p>
            <a:pPr algn="ctr"/>
            <a:r>
              <a:rPr lang="es-CL" sz="3600" dirty="0" smtClean="0"/>
              <a:t>(Iniciar con Verbo infinitivo)</a:t>
            </a:r>
            <a:endParaRPr lang="es-CL" sz="72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049" y="2301875"/>
            <a:ext cx="1889171" cy="1295432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7600" y="3978275"/>
            <a:ext cx="1930399" cy="1295400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0297" y="2180886"/>
            <a:ext cx="2360898" cy="1814575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4504" y="7727506"/>
            <a:ext cx="2819472" cy="2533954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4407416" y="8043941"/>
            <a:ext cx="3724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7200" dirty="0" smtClean="0"/>
              <a:t>Decisión</a:t>
            </a:r>
            <a:endParaRPr lang="es-CL" sz="7200" dirty="0"/>
          </a:p>
        </p:txBody>
      </p:sp>
      <p:sp>
        <p:nvSpPr>
          <p:cNvPr id="28" name="CuadroTexto 27"/>
          <p:cNvSpPr txBox="1"/>
          <p:nvPr/>
        </p:nvSpPr>
        <p:spPr>
          <a:xfrm>
            <a:off x="1136650" y="838304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dirty="0" smtClean="0"/>
              <a:t>V</a:t>
            </a:r>
            <a:endParaRPr lang="es-CL" sz="36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3449992" y="8287940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dirty="0"/>
              <a:t>F</a:t>
            </a:r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7600" y="5483180"/>
            <a:ext cx="1906178" cy="1543095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4287600" y="5806599"/>
            <a:ext cx="8443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7200" dirty="0" smtClean="0"/>
              <a:t>Nodo  Final de Flujo</a:t>
            </a:r>
            <a:endParaRPr lang="es-CL" sz="7200" dirty="0"/>
          </a:p>
        </p:txBody>
      </p:sp>
      <p:sp>
        <p:nvSpPr>
          <p:cNvPr id="18" name="CuadroTexto 17"/>
          <p:cNvSpPr txBox="1"/>
          <p:nvPr/>
        </p:nvSpPr>
        <p:spPr>
          <a:xfrm>
            <a:off x="13529219" y="7875212"/>
            <a:ext cx="54168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7200" dirty="0" smtClean="0"/>
              <a:t>Nodo Fusión</a:t>
            </a:r>
          </a:p>
          <a:p>
            <a:r>
              <a:rPr lang="es-CL" sz="3600" dirty="0" smtClean="0"/>
              <a:t>(Converger)</a:t>
            </a:r>
            <a:endParaRPr lang="es-CL" sz="3600" dirty="0"/>
          </a:p>
        </p:txBody>
      </p:sp>
      <p:cxnSp>
        <p:nvCxnSpPr>
          <p:cNvPr id="5" name="Conector recto de flecha 4"/>
          <p:cNvCxnSpPr/>
          <p:nvPr/>
        </p:nvCxnSpPr>
        <p:spPr>
          <a:xfrm>
            <a:off x="1289050" y="10683875"/>
            <a:ext cx="255555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4287600" y="9845675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7200" dirty="0" smtClean="0"/>
              <a:t>Flujo de secuencia</a:t>
            </a:r>
            <a:endParaRPr lang="es-CL" sz="7200" dirty="0"/>
          </a:p>
        </p:txBody>
      </p:sp>
    </p:spTree>
    <p:extLst>
      <p:ext uri="{BB962C8B-B14F-4D97-AF65-F5344CB8AC3E}">
        <p14:creationId xmlns:p14="http://schemas.microsoft.com/office/powerpoint/2010/main" val="34643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26" y="7379330"/>
            <a:ext cx="2230040" cy="19512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914400"/>
          </a:xfrm>
        </p:spPr>
        <p:txBody>
          <a:bodyPr/>
          <a:lstStyle/>
          <a:p>
            <a:r>
              <a:rPr lang="es-CL" sz="5100" dirty="0" smtClean="0"/>
              <a:t>Elementos de un Diagrama de Actividades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4108450" y="2301875"/>
            <a:ext cx="37096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dirty="0" smtClean="0"/>
              <a:t>Nodo  Inicial</a:t>
            </a:r>
            <a:endParaRPr lang="es-CL" sz="50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4136648" y="3580781"/>
            <a:ext cx="345960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sz="5000"/>
            </a:lvl1pPr>
          </a:lstStyle>
          <a:p>
            <a:r>
              <a:rPr lang="es-CL" dirty="0"/>
              <a:t>Nodo  Final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3978016" y="6124298"/>
            <a:ext cx="785182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5000" dirty="0" smtClean="0"/>
              <a:t>Acción </a:t>
            </a:r>
            <a:r>
              <a:rPr lang="es-CL" sz="3600" dirty="0" smtClean="0"/>
              <a:t>(Iniciar con Verbo infinitivo)</a:t>
            </a:r>
            <a:endParaRPr lang="es-CL" sz="36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049" y="2301875"/>
            <a:ext cx="1222375" cy="838200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648" y="3521075"/>
            <a:ext cx="1476187" cy="990600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066" y="6150402"/>
            <a:ext cx="1773349" cy="1362988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1062" y="7845380"/>
            <a:ext cx="2116347" cy="1902032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4169920" y="7539364"/>
            <a:ext cx="33538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dirty="0" smtClean="0"/>
              <a:t>Decisión o </a:t>
            </a:r>
          </a:p>
          <a:p>
            <a:r>
              <a:rPr lang="es-CL" sz="5000" dirty="0" smtClean="0"/>
              <a:t>Condición</a:t>
            </a:r>
            <a:endParaRPr lang="es-CL" sz="5000" dirty="0"/>
          </a:p>
        </p:txBody>
      </p:sp>
      <p:sp>
        <p:nvSpPr>
          <p:cNvPr id="28" name="CuadroTexto 27"/>
          <p:cNvSpPr txBox="1"/>
          <p:nvPr/>
        </p:nvSpPr>
        <p:spPr>
          <a:xfrm>
            <a:off x="1136650" y="838304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dirty="0" smtClean="0"/>
              <a:t>V</a:t>
            </a:r>
            <a:endParaRPr lang="es-CL" sz="36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3449992" y="8287940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dirty="0"/>
              <a:t>F</a:t>
            </a:r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6648" y="4587875"/>
            <a:ext cx="1529660" cy="1238295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4136648" y="4911294"/>
            <a:ext cx="591540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dirty="0" smtClean="0"/>
              <a:t>Nodo  Final de Flujo</a:t>
            </a:r>
            <a:endParaRPr lang="es-CL" sz="5000" dirty="0"/>
          </a:p>
        </p:txBody>
      </p:sp>
      <p:sp>
        <p:nvSpPr>
          <p:cNvPr id="18" name="CuadroTexto 17"/>
          <p:cNvSpPr txBox="1"/>
          <p:nvPr/>
        </p:nvSpPr>
        <p:spPr>
          <a:xfrm>
            <a:off x="7818120" y="9497205"/>
            <a:ext cx="381546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dirty="0" smtClean="0"/>
              <a:t>Nodo Fusión</a:t>
            </a:r>
          </a:p>
          <a:p>
            <a:r>
              <a:rPr lang="es-CL" sz="3600" dirty="0" smtClean="0"/>
              <a:t>(Converger)</a:t>
            </a:r>
            <a:endParaRPr lang="es-CL" sz="360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450" y="1539875"/>
            <a:ext cx="7010400" cy="9656482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16674205" y="5019015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dirty="0"/>
              <a:t>F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4700029" y="501901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dirty="0" smtClean="0"/>
              <a:t>V</a:t>
            </a:r>
            <a:endParaRPr lang="es-CL" sz="36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5386050" y="3405168"/>
            <a:ext cx="12634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dirty="0" smtClean="0"/>
              <a:t>Acción</a:t>
            </a:r>
          </a:p>
          <a:p>
            <a:pPr algn="ctr"/>
            <a:r>
              <a:rPr lang="es-CL" sz="2800" dirty="0" smtClean="0"/>
              <a:t> 1</a:t>
            </a:r>
            <a:endParaRPr lang="es-CL" sz="2800" dirty="0"/>
          </a:p>
        </p:txBody>
      </p:sp>
      <p:sp>
        <p:nvSpPr>
          <p:cNvPr id="27" name="CuadroTexto 26"/>
          <p:cNvSpPr txBox="1"/>
          <p:nvPr/>
        </p:nvSpPr>
        <p:spPr>
          <a:xfrm>
            <a:off x="12871450" y="7102475"/>
            <a:ext cx="12634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dirty="0" smtClean="0"/>
              <a:t>Acción</a:t>
            </a:r>
          </a:p>
          <a:p>
            <a:pPr algn="ctr"/>
            <a:r>
              <a:rPr lang="es-CL" sz="2800" dirty="0" smtClean="0"/>
              <a:t> 2</a:t>
            </a:r>
            <a:endParaRPr lang="es-CL" sz="28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17900650" y="7102475"/>
            <a:ext cx="12634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dirty="0" smtClean="0"/>
              <a:t>Acción</a:t>
            </a:r>
          </a:p>
          <a:p>
            <a:pPr algn="ctr"/>
            <a:r>
              <a:rPr lang="es-CL" sz="2800" dirty="0" smtClean="0"/>
              <a:t> 3</a:t>
            </a:r>
            <a:endParaRPr lang="es-CL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5032613" y="625965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&lt;&lt; Condición &gt;&gt;</a:t>
            </a:r>
            <a:endParaRPr lang="es-CL" dirty="0"/>
          </a:p>
        </p:txBody>
      </p:sp>
      <p:cxnSp>
        <p:nvCxnSpPr>
          <p:cNvPr id="31" name="Conector recto de flecha 30"/>
          <p:cNvCxnSpPr/>
          <p:nvPr/>
        </p:nvCxnSpPr>
        <p:spPr>
          <a:xfrm>
            <a:off x="1289050" y="10683875"/>
            <a:ext cx="255555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/>
          <p:cNvSpPr txBox="1"/>
          <p:nvPr/>
        </p:nvSpPr>
        <p:spPr>
          <a:xfrm>
            <a:off x="4224066" y="9497205"/>
            <a:ext cx="306846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dirty="0" smtClean="0"/>
              <a:t>Flujo de </a:t>
            </a:r>
          </a:p>
          <a:p>
            <a:r>
              <a:rPr lang="es-CL" sz="5000" dirty="0" smtClean="0"/>
              <a:t>secuencia</a:t>
            </a:r>
            <a:endParaRPr lang="es-CL" sz="5000" dirty="0"/>
          </a:p>
        </p:txBody>
      </p:sp>
    </p:spTree>
    <p:extLst>
      <p:ext uri="{BB962C8B-B14F-4D97-AF65-F5344CB8AC3E}">
        <p14:creationId xmlns:p14="http://schemas.microsoft.com/office/powerpoint/2010/main" val="161062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914400"/>
          </a:xfrm>
        </p:spPr>
        <p:txBody>
          <a:bodyPr/>
          <a:lstStyle/>
          <a:p>
            <a:r>
              <a:rPr lang="es-CL" sz="5100" dirty="0" smtClean="0"/>
              <a:t>Elementos de un Diagrama de Actividades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850" y="1665817"/>
            <a:ext cx="5792375" cy="910376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" y="2606675"/>
            <a:ext cx="3874040" cy="20574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" y="6645275"/>
            <a:ext cx="3962400" cy="2121800"/>
          </a:xfrm>
          <a:prstGeom prst="rect">
            <a:avLst/>
          </a:prstGeom>
        </p:spPr>
      </p:pic>
      <p:sp>
        <p:nvSpPr>
          <p:cNvPr id="33" name="CuadroTexto 32"/>
          <p:cNvSpPr txBox="1"/>
          <p:nvPr/>
        </p:nvSpPr>
        <p:spPr>
          <a:xfrm>
            <a:off x="4946650" y="1920875"/>
            <a:ext cx="464742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200" dirty="0" smtClean="0"/>
              <a:t>Nodo </a:t>
            </a:r>
          </a:p>
          <a:p>
            <a:pPr algn="ctr"/>
            <a:r>
              <a:rPr lang="es-CL" sz="7200" dirty="0" smtClean="0"/>
              <a:t>bifurcación</a:t>
            </a:r>
          </a:p>
          <a:p>
            <a:pPr algn="ctr"/>
            <a:r>
              <a:rPr lang="es-CL" sz="5000" dirty="0" smtClean="0"/>
              <a:t>(Paralelismo)</a:t>
            </a:r>
            <a:endParaRPr lang="es-CL" sz="5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5072657" y="6458751"/>
            <a:ext cx="5057795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200" dirty="0" smtClean="0"/>
              <a:t>Nodo Unión</a:t>
            </a:r>
          </a:p>
          <a:p>
            <a:pPr algn="ctr"/>
            <a:r>
              <a:rPr lang="es-CL" sz="5000" dirty="0" smtClean="0"/>
              <a:t>(Confluencia)</a:t>
            </a:r>
            <a:endParaRPr lang="es-CL" sz="50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13822803" y="9769475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smtClean="0"/>
              <a:t>Siguiente</a:t>
            </a:r>
          </a:p>
          <a:p>
            <a:pPr algn="ctr"/>
            <a:r>
              <a:rPr lang="es-CL" dirty="0" smtClean="0"/>
              <a:t>Tarea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6222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Ejemplos</a:t>
            </a:r>
            <a:endParaRPr lang="es-CL" sz="5100" dirty="0"/>
          </a:p>
        </p:txBody>
      </p:sp>
      <p:sp>
        <p:nvSpPr>
          <p:cNvPr id="4" name="Rectángulo 3"/>
          <p:cNvSpPr/>
          <p:nvPr/>
        </p:nvSpPr>
        <p:spPr>
          <a:xfrm>
            <a:off x="8147050" y="793750"/>
            <a:ext cx="53399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5400" dirty="0" smtClean="0"/>
              <a:t>Consideraciones</a:t>
            </a:r>
            <a:endParaRPr lang="es-CL" sz="5400" dirty="0"/>
          </a:p>
        </p:txBody>
      </p:sp>
      <p:pic>
        <p:nvPicPr>
          <p:cNvPr id="10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0" y="45531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2149475"/>
            <a:ext cx="9268217" cy="89154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050" y="1903103"/>
            <a:ext cx="10297366" cy="940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5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Ejemplo: Realizar un Despacho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1071964" y="2073275"/>
            <a:ext cx="18505086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CL" sz="5400" dirty="0" smtClean="0"/>
              <a:t>Recibir orden de Despacho</a:t>
            </a:r>
          </a:p>
          <a:p>
            <a:pPr marL="514350" indent="-514350">
              <a:buFont typeface="+mj-lt"/>
              <a:buAutoNum type="arabicPeriod"/>
            </a:pPr>
            <a:endParaRPr lang="es-CL" sz="5400" dirty="0" smtClean="0"/>
          </a:p>
          <a:p>
            <a:pPr marL="514350" indent="-514350">
              <a:buFont typeface="+mj-lt"/>
              <a:buAutoNum type="arabicPeriod"/>
            </a:pPr>
            <a:r>
              <a:rPr lang="es-CL" sz="5400" dirty="0" smtClean="0"/>
              <a:t>Verificar Producto en Stock</a:t>
            </a:r>
          </a:p>
          <a:p>
            <a:pPr marL="514350" indent="-514350">
              <a:buFont typeface="+mj-lt"/>
              <a:buAutoNum type="arabicPeriod"/>
            </a:pPr>
            <a:endParaRPr lang="es-CL" sz="5400" dirty="0" smtClean="0"/>
          </a:p>
          <a:p>
            <a:pPr marL="514350" indent="-514350">
              <a:buFont typeface="+mj-lt"/>
              <a:buAutoNum type="arabicPeriod"/>
            </a:pPr>
            <a:r>
              <a:rPr lang="es-CL" sz="5400" dirty="0" smtClean="0"/>
              <a:t>Si el producto tiene stock, se debe despachar al cliente.</a:t>
            </a:r>
          </a:p>
          <a:p>
            <a:pPr marL="514350" indent="-514350">
              <a:buFont typeface="+mj-lt"/>
              <a:buAutoNum type="arabicPeriod"/>
            </a:pPr>
            <a:endParaRPr lang="es-CL" sz="5400" dirty="0" smtClean="0"/>
          </a:p>
          <a:p>
            <a:pPr marL="514350" indent="-514350">
              <a:buFont typeface="+mj-lt"/>
              <a:buAutoNum type="arabicPeriod"/>
            </a:pPr>
            <a:r>
              <a:rPr lang="es-CL" sz="5400" dirty="0" smtClean="0"/>
              <a:t>Si el producto no tiene stock, se deben realizar las siguientes acciones:</a:t>
            </a:r>
          </a:p>
          <a:p>
            <a:pPr marL="457200" lvl="4" indent="-457200">
              <a:buFontTx/>
              <a:buChar char="-"/>
            </a:pPr>
            <a:r>
              <a:rPr lang="es-CL" sz="4000" dirty="0" smtClean="0"/>
              <a:t>Informar al cliente que su pedido tendrá una demora.</a:t>
            </a:r>
          </a:p>
          <a:p>
            <a:pPr marL="457200" lvl="4" indent="-457200">
              <a:buFontTx/>
              <a:buChar char="-"/>
            </a:pPr>
            <a:r>
              <a:rPr lang="es-CL" sz="4000" dirty="0" smtClean="0"/>
              <a:t>Realizar pedido al proveedor del producto faltante y esperar su recepción</a:t>
            </a:r>
          </a:p>
          <a:p>
            <a:pPr marL="457200" lvl="4" indent="-457200">
              <a:buFontTx/>
              <a:buChar char="-"/>
            </a:pPr>
            <a:r>
              <a:rPr lang="es-CL" sz="4000" dirty="0" smtClean="0"/>
              <a:t>Generar cupón de descuento al cliente por la demora</a:t>
            </a:r>
          </a:p>
        </p:txBody>
      </p:sp>
    </p:spTree>
    <p:extLst>
      <p:ext uri="{BB962C8B-B14F-4D97-AF65-F5344CB8AC3E}">
        <p14:creationId xmlns:p14="http://schemas.microsoft.com/office/powerpoint/2010/main" val="323330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Ejemplos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967450" cy="11264634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10433050" y="2149475"/>
            <a:ext cx="69942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5400" dirty="0" smtClean="0"/>
              <a:t>Realizar un Despacho</a:t>
            </a:r>
            <a:endParaRPr lang="es-CL" sz="5400" dirty="0"/>
          </a:p>
        </p:txBody>
      </p:sp>
      <p:pic>
        <p:nvPicPr>
          <p:cNvPr id="9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3399" y="2444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82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Incluyendo los responsables</a:t>
            </a:r>
            <a:endParaRPr lang="es-CL" sz="5100" dirty="0"/>
          </a:p>
        </p:txBody>
      </p:sp>
      <p:pic>
        <p:nvPicPr>
          <p:cNvPr id="10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0" y="45531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850" y="1595513"/>
            <a:ext cx="11353800" cy="931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8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Ejemplos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" y="3659575"/>
            <a:ext cx="11702573" cy="6950075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6611232" y="639375"/>
            <a:ext cx="69942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5400" dirty="0" smtClean="0"/>
              <a:t>Realizar un Despacho</a:t>
            </a:r>
            <a:endParaRPr lang="es-CL" sz="5400" dirty="0"/>
          </a:p>
        </p:txBody>
      </p:sp>
      <p:pic>
        <p:nvPicPr>
          <p:cNvPr id="9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3399" y="2444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11195050" y="2759075"/>
            <a:ext cx="75437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600" dirty="0" smtClean="0">
                <a:solidFill>
                  <a:srgbClr val="002060"/>
                </a:solidFill>
              </a:rPr>
              <a:t>Establecer los responsables de cada actividad y generar el diagrama de secuencia</a:t>
            </a:r>
            <a:endParaRPr lang="es-CL" sz="6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80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Incluyendo los responsables</a:t>
            </a:r>
            <a:endParaRPr lang="es-CL" sz="5100" dirty="0"/>
          </a:p>
        </p:txBody>
      </p:sp>
      <p:pic>
        <p:nvPicPr>
          <p:cNvPr id="10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0" y="45531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/>
          </p:nvPr>
        </p:nvGraphicFramePr>
        <p:xfrm>
          <a:off x="146050" y="1997075"/>
          <a:ext cx="19583400" cy="902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5850"/>
                <a:gridCol w="4895850"/>
                <a:gridCol w="4895850"/>
                <a:gridCol w="48958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Despacho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Atención Cliente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Inventario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Comercial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Elipse 8"/>
          <p:cNvSpPr/>
          <p:nvPr/>
        </p:nvSpPr>
        <p:spPr>
          <a:xfrm>
            <a:off x="3014387" y="73505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10"/>
          <p:cNvSpPr/>
          <p:nvPr/>
        </p:nvSpPr>
        <p:spPr>
          <a:xfrm>
            <a:off x="117181" y="45226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Recibir  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Orden de Despacho</a:t>
            </a:r>
            <a:endParaRPr lang="es-CL" sz="2500" dirty="0">
              <a:solidFill>
                <a:srgbClr val="002060"/>
              </a:solidFill>
            </a:endParaRPr>
          </a:p>
        </p:txBody>
      </p:sp>
      <p:sp>
        <p:nvSpPr>
          <p:cNvPr id="18" name="Rectángulo redondeado 17"/>
          <p:cNvSpPr/>
          <p:nvPr/>
        </p:nvSpPr>
        <p:spPr>
          <a:xfrm>
            <a:off x="11785021" y="1094614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Validar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Producto en Stock</a:t>
            </a:r>
            <a:endParaRPr lang="es-CL" sz="2500" dirty="0">
              <a:solidFill>
                <a:srgbClr val="002060"/>
              </a:solidFill>
            </a:endParaRPr>
          </a:p>
        </p:txBody>
      </p:sp>
      <p:sp>
        <p:nvSpPr>
          <p:cNvPr id="23" name="Decisión 22"/>
          <p:cNvSpPr/>
          <p:nvPr/>
        </p:nvSpPr>
        <p:spPr>
          <a:xfrm>
            <a:off x="15634621" y="343505"/>
            <a:ext cx="1066800" cy="88906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CuadroTexto 32"/>
          <p:cNvSpPr txBox="1"/>
          <p:nvPr/>
        </p:nvSpPr>
        <p:spPr>
          <a:xfrm>
            <a:off x="16560305" y="115335"/>
            <a:ext cx="2133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¿Existe producto 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en Stock?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34" name="Rectángulo redondeado 33"/>
          <p:cNvSpPr/>
          <p:nvPr/>
        </p:nvSpPr>
        <p:spPr>
          <a:xfrm>
            <a:off x="3014387" y="1312699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Despachar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Producto a Cliente</a:t>
            </a:r>
            <a:endParaRPr lang="es-CL" sz="2500" dirty="0">
              <a:solidFill>
                <a:srgbClr val="002060"/>
              </a:solidFill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15952819" y="1297605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>
                <a:solidFill>
                  <a:srgbClr val="002060"/>
                </a:solidFill>
              </a:rPr>
              <a:t>SI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1895279" y="260527"/>
            <a:ext cx="2268000" cy="36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2" name="CuadroTexto 51"/>
          <p:cNvSpPr txBox="1"/>
          <p:nvPr/>
        </p:nvSpPr>
        <p:spPr>
          <a:xfrm>
            <a:off x="15369163" y="19135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>
                <a:solidFill>
                  <a:srgbClr val="002060"/>
                </a:solidFill>
              </a:rPr>
              <a:t>NO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53" name="Rectángulo redondeado 52"/>
          <p:cNvSpPr/>
          <p:nvPr/>
        </p:nvSpPr>
        <p:spPr>
          <a:xfrm>
            <a:off x="5784850" y="0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Informar 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Demora a Cliente</a:t>
            </a:r>
          </a:p>
        </p:txBody>
      </p:sp>
      <p:sp>
        <p:nvSpPr>
          <p:cNvPr id="54" name="Rectángulo redondeado 53"/>
          <p:cNvSpPr/>
          <p:nvPr/>
        </p:nvSpPr>
        <p:spPr>
          <a:xfrm>
            <a:off x="8115343" y="1569875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Realizar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Pedido a Proveedor </a:t>
            </a:r>
          </a:p>
        </p:txBody>
      </p:sp>
      <p:sp>
        <p:nvSpPr>
          <p:cNvPr id="55" name="Rectángulo redondeado 54"/>
          <p:cNvSpPr/>
          <p:nvPr/>
        </p:nvSpPr>
        <p:spPr>
          <a:xfrm>
            <a:off x="18259779" y="191358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Recibir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Producto </a:t>
            </a:r>
          </a:p>
        </p:txBody>
      </p:sp>
      <p:sp>
        <p:nvSpPr>
          <p:cNvPr id="60" name="Rectángulo redondeado 59"/>
          <p:cNvSpPr/>
          <p:nvPr/>
        </p:nvSpPr>
        <p:spPr>
          <a:xfrm>
            <a:off x="8930636" y="164690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Generar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Cupón de Descuento </a:t>
            </a:r>
          </a:p>
        </p:txBody>
      </p:sp>
      <p:sp>
        <p:nvSpPr>
          <p:cNvPr id="61" name="Rectángulo 60"/>
          <p:cNvSpPr/>
          <p:nvPr/>
        </p:nvSpPr>
        <p:spPr>
          <a:xfrm>
            <a:off x="12594994" y="623358"/>
            <a:ext cx="2268000" cy="36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729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Incluyendo los responsables</a:t>
            </a:r>
            <a:endParaRPr lang="es-CL" sz="5100" dirty="0"/>
          </a:p>
        </p:txBody>
      </p:sp>
      <p:pic>
        <p:nvPicPr>
          <p:cNvPr id="10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0" y="45531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17346"/>
              </p:ext>
            </p:extLst>
          </p:nvPr>
        </p:nvGraphicFramePr>
        <p:xfrm>
          <a:off x="146050" y="1997075"/>
          <a:ext cx="19583400" cy="902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5850"/>
                <a:gridCol w="4895850"/>
                <a:gridCol w="4895850"/>
                <a:gridCol w="48958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Despacho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Atención Cliente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Inventario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Responsable </a:t>
                      </a:r>
                    </a:p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Comercial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Elipse 8"/>
          <p:cNvSpPr/>
          <p:nvPr/>
        </p:nvSpPr>
        <p:spPr>
          <a:xfrm>
            <a:off x="2279650" y="3140075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10"/>
          <p:cNvSpPr/>
          <p:nvPr/>
        </p:nvSpPr>
        <p:spPr>
          <a:xfrm>
            <a:off x="930850" y="3978275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Recibir  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Orden de Despacho</a:t>
            </a:r>
            <a:endParaRPr lang="es-CL" sz="2500" dirty="0">
              <a:solidFill>
                <a:srgbClr val="002060"/>
              </a:solidFill>
            </a:endParaRPr>
          </a:p>
        </p:txBody>
      </p:sp>
      <p:cxnSp>
        <p:nvCxnSpPr>
          <p:cNvPr id="13" name="Conector recto de flecha 12"/>
          <p:cNvCxnSpPr>
            <a:stCxn id="9" idx="4"/>
            <a:endCxn id="11" idx="0"/>
          </p:cNvCxnSpPr>
          <p:nvPr/>
        </p:nvCxnSpPr>
        <p:spPr>
          <a:xfrm>
            <a:off x="2549650" y="3680075"/>
            <a:ext cx="1200" cy="298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redondeado 17"/>
          <p:cNvSpPr/>
          <p:nvPr/>
        </p:nvSpPr>
        <p:spPr>
          <a:xfrm>
            <a:off x="929650" y="5091275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Validar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Producto en Stock</a:t>
            </a:r>
            <a:endParaRPr lang="es-CL" sz="2500" dirty="0">
              <a:solidFill>
                <a:srgbClr val="002060"/>
              </a:solidFill>
            </a:endParaRPr>
          </a:p>
        </p:txBody>
      </p:sp>
      <p:cxnSp>
        <p:nvCxnSpPr>
          <p:cNvPr id="20" name="Conector recto de flecha 19"/>
          <p:cNvCxnSpPr>
            <a:stCxn id="11" idx="2"/>
            <a:endCxn id="18" idx="0"/>
          </p:cNvCxnSpPr>
          <p:nvPr/>
        </p:nvCxnSpPr>
        <p:spPr>
          <a:xfrm flipH="1">
            <a:off x="2549650" y="4770275"/>
            <a:ext cx="1200" cy="321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ecisión 22"/>
          <p:cNvSpPr/>
          <p:nvPr/>
        </p:nvSpPr>
        <p:spPr>
          <a:xfrm>
            <a:off x="2016250" y="6264275"/>
            <a:ext cx="1066800" cy="88906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0" name="Conector recto de flecha 29"/>
          <p:cNvCxnSpPr>
            <a:stCxn id="18" idx="2"/>
            <a:endCxn id="23" idx="0"/>
          </p:cNvCxnSpPr>
          <p:nvPr/>
        </p:nvCxnSpPr>
        <p:spPr>
          <a:xfrm>
            <a:off x="2549650" y="5883275"/>
            <a:ext cx="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158774" y="6176738"/>
            <a:ext cx="2133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¿Existe producto 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en Stock?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34" name="Rectángulo redondeado 33"/>
          <p:cNvSpPr/>
          <p:nvPr/>
        </p:nvSpPr>
        <p:spPr>
          <a:xfrm>
            <a:off x="924850" y="9704526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Despachar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Producto a Cliente</a:t>
            </a:r>
            <a:endParaRPr lang="es-CL" sz="2500" dirty="0">
              <a:solidFill>
                <a:srgbClr val="002060"/>
              </a:solidFill>
            </a:endParaRPr>
          </a:p>
        </p:txBody>
      </p:sp>
      <p:cxnSp>
        <p:nvCxnSpPr>
          <p:cNvPr id="36" name="Conector recto de flecha 35"/>
          <p:cNvCxnSpPr>
            <a:stCxn id="23" idx="2"/>
            <a:endCxn id="34" idx="0"/>
          </p:cNvCxnSpPr>
          <p:nvPr/>
        </p:nvCxnSpPr>
        <p:spPr>
          <a:xfrm flipH="1">
            <a:off x="2544850" y="7153337"/>
            <a:ext cx="4800" cy="25511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349823" y="8127667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Elipse 39"/>
          <p:cNvSpPr/>
          <p:nvPr/>
        </p:nvSpPr>
        <p:spPr>
          <a:xfrm>
            <a:off x="262405" y="8037667"/>
            <a:ext cx="720000" cy="7200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4" name="CuadroTexto 43"/>
          <p:cNvSpPr txBox="1"/>
          <p:nvPr/>
        </p:nvSpPr>
        <p:spPr>
          <a:xfrm>
            <a:off x="2611713" y="7790889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>
                <a:solidFill>
                  <a:srgbClr val="002060"/>
                </a:solidFill>
              </a:rPr>
              <a:t>SI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1423650" y="6513875"/>
            <a:ext cx="2268000" cy="36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7" name="Conector recto de flecha 46"/>
          <p:cNvCxnSpPr>
            <a:stCxn id="23" idx="3"/>
            <a:endCxn id="45" idx="1"/>
          </p:cNvCxnSpPr>
          <p:nvPr/>
        </p:nvCxnSpPr>
        <p:spPr>
          <a:xfrm flipV="1">
            <a:off x="3083050" y="6693875"/>
            <a:ext cx="8340600" cy="149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>
            <a:off x="3172376" y="672147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>
                <a:solidFill>
                  <a:srgbClr val="002060"/>
                </a:solidFill>
              </a:rPr>
              <a:t>NO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53" name="Rectángulo redondeado 52"/>
          <p:cNvSpPr/>
          <p:nvPr/>
        </p:nvSpPr>
        <p:spPr>
          <a:xfrm>
            <a:off x="5800233" y="7407275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Informar 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Demora a Cliente</a:t>
            </a:r>
          </a:p>
        </p:txBody>
      </p:sp>
      <p:sp>
        <p:nvSpPr>
          <p:cNvPr id="54" name="Rectángulo redondeado 53"/>
          <p:cNvSpPr/>
          <p:nvPr/>
        </p:nvSpPr>
        <p:spPr>
          <a:xfrm>
            <a:off x="10941766" y="7483475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Realizar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Pedido a Proveedor </a:t>
            </a:r>
          </a:p>
        </p:txBody>
      </p:sp>
      <p:sp>
        <p:nvSpPr>
          <p:cNvPr id="55" name="Rectángulo redondeado 54"/>
          <p:cNvSpPr/>
          <p:nvPr/>
        </p:nvSpPr>
        <p:spPr>
          <a:xfrm>
            <a:off x="10937650" y="8702675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Recibir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Producto </a:t>
            </a:r>
          </a:p>
        </p:txBody>
      </p:sp>
      <p:cxnSp>
        <p:nvCxnSpPr>
          <p:cNvPr id="57" name="Conector recto de flecha 56"/>
          <p:cNvCxnSpPr>
            <a:stCxn id="54" idx="2"/>
            <a:endCxn id="55" idx="0"/>
          </p:cNvCxnSpPr>
          <p:nvPr/>
        </p:nvCxnSpPr>
        <p:spPr>
          <a:xfrm flipH="1">
            <a:off x="12557650" y="8275475"/>
            <a:ext cx="4116" cy="427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redondeado 59"/>
          <p:cNvSpPr/>
          <p:nvPr/>
        </p:nvSpPr>
        <p:spPr>
          <a:xfrm>
            <a:off x="15820383" y="7368221"/>
            <a:ext cx="3240000" cy="792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Generar</a:t>
            </a:r>
          </a:p>
          <a:p>
            <a:pPr algn="ctr"/>
            <a:r>
              <a:rPr lang="es-CL" sz="2500" dirty="0" smtClean="0">
                <a:solidFill>
                  <a:srgbClr val="002060"/>
                </a:solidFill>
              </a:rPr>
              <a:t>Cupón de Descuento </a:t>
            </a:r>
          </a:p>
        </p:txBody>
      </p:sp>
      <p:sp>
        <p:nvSpPr>
          <p:cNvPr id="61" name="Rectángulo 60"/>
          <p:cNvSpPr/>
          <p:nvPr/>
        </p:nvSpPr>
        <p:spPr>
          <a:xfrm>
            <a:off x="11423650" y="9942875"/>
            <a:ext cx="2268000" cy="36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3" name="Conector recto de flecha 62"/>
          <p:cNvCxnSpPr>
            <a:stCxn id="61" idx="1"/>
            <a:endCxn id="34" idx="3"/>
          </p:cNvCxnSpPr>
          <p:nvPr/>
        </p:nvCxnSpPr>
        <p:spPr>
          <a:xfrm flipH="1" flipV="1">
            <a:off x="4164850" y="10100526"/>
            <a:ext cx="7258800" cy="22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/>
          <p:cNvCxnSpPr>
            <a:stCxn id="45" idx="2"/>
            <a:endCxn id="53" idx="0"/>
          </p:cNvCxnSpPr>
          <p:nvPr/>
        </p:nvCxnSpPr>
        <p:spPr>
          <a:xfrm rot="5400000">
            <a:off x="9722242" y="4571867"/>
            <a:ext cx="533400" cy="513741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>
            <a:stCxn id="45" idx="2"/>
            <a:endCxn id="54" idx="0"/>
          </p:cNvCxnSpPr>
          <p:nvPr/>
        </p:nvCxnSpPr>
        <p:spPr>
          <a:xfrm rot="16200000" flipH="1">
            <a:off x="12254908" y="7176617"/>
            <a:ext cx="609600" cy="411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angular 75"/>
          <p:cNvCxnSpPr>
            <a:stCxn id="45" idx="2"/>
            <a:endCxn id="60" idx="0"/>
          </p:cNvCxnSpPr>
          <p:nvPr/>
        </p:nvCxnSpPr>
        <p:spPr>
          <a:xfrm rot="16200000" flipH="1">
            <a:off x="14751843" y="4679681"/>
            <a:ext cx="494346" cy="488273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angular 88"/>
          <p:cNvCxnSpPr>
            <a:stCxn id="34" idx="1"/>
            <a:endCxn id="40" idx="4"/>
          </p:cNvCxnSpPr>
          <p:nvPr/>
        </p:nvCxnSpPr>
        <p:spPr>
          <a:xfrm rot="10800000">
            <a:off x="622406" y="8757668"/>
            <a:ext cx="302445" cy="13428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/>
          <p:cNvCxnSpPr>
            <a:stCxn id="53" idx="2"/>
            <a:endCxn id="61" idx="0"/>
          </p:cNvCxnSpPr>
          <p:nvPr/>
        </p:nvCxnSpPr>
        <p:spPr>
          <a:xfrm rot="16200000" flipH="1">
            <a:off x="9117141" y="6502366"/>
            <a:ext cx="1743600" cy="5137417"/>
          </a:xfrm>
          <a:prstGeom prst="bentConnector3">
            <a:avLst>
              <a:gd name="adj1" fmla="val 8787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angular 98"/>
          <p:cNvCxnSpPr>
            <a:stCxn id="55" idx="2"/>
          </p:cNvCxnSpPr>
          <p:nvPr/>
        </p:nvCxnSpPr>
        <p:spPr>
          <a:xfrm rot="5400000">
            <a:off x="12342325" y="9705200"/>
            <a:ext cx="425851" cy="48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angular 102"/>
          <p:cNvCxnSpPr>
            <a:stCxn id="60" idx="2"/>
            <a:endCxn id="61" idx="0"/>
          </p:cNvCxnSpPr>
          <p:nvPr/>
        </p:nvCxnSpPr>
        <p:spPr>
          <a:xfrm rot="5400000">
            <a:off x="14107690" y="6610182"/>
            <a:ext cx="1782654" cy="4882733"/>
          </a:xfrm>
          <a:prstGeom prst="bentConnector3">
            <a:avLst>
              <a:gd name="adj1" fmla="val 8704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59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Videos: Complementar estudio</a:t>
            </a:r>
            <a:endParaRPr lang="es-CL" sz="5100" dirty="0"/>
          </a:p>
        </p:txBody>
      </p:sp>
      <p:pic>
        <p:nvPicPr>
          <p:cNvPr id="10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850" y="45531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908050" y="2759075"/>
            <a:ext cx="18745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5400" dirty="0" smtClean="0"/>
              <a:t>Parte 1:</a:t>
            </a:r>
          </a:p>
          <a:p>
            <a:r>
              <a:rPr lang="es-CL" sz="5400" dirty="0" smtClean="0">
                <a:hlinkClick r:id="rId4"/>
              </a:rPr>
              <a:t>https://www.youtube.com/watch?v=pNdBbXaVAxU</a:t>
            </a:r>
            <a:endParaRPr lang="es-CL" sz="5400" dirty="0" smtClean="0"/>
          </a:p>
          <a:p>
            <a:endParaRPr lang="es-CL" sz="5400" dirty="0"/>
          </a:p>
          <a:p>
            <a:r>
              <a:rPr lang="es-CL" sz="5400" dirty="0" smtClean="0"/>
              <a:t>Parte 2:</a:t>
            </a:r>
          </a:p>
          <a:p>
            <a:r>
              <a:rPr lang="es-CL" sz="5400" dirty="0" smtClean="0">
                <a:hlinkClick r:id="rId5"/>
              </a:rPr>
              <a:t>https://www.youtube.com/watch?v=3LNW2Pl4aRM&amp;t=730s</a:t>
            </a:r>
            <a:endParaRPr lang="es-CL" sz="5400" dirty="0" smtClean="0"/>
          </a:p>
          <a:p>
            <a:endParaRPr lang="es-CL" sz="5400" dirty="0"/>
          </a:p>
        </p:txBody>
      </p:sp>
    </p:spTree>
    <p:extLst>
      <p:ext uri="{BB962C8B-B14F-4D97-AF65-F5344CB8AC3E}">
        <p14:creationId xmlns:p14="http://schemas.microsoft.com/office/powerpoint/2010/main" val="86948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customXml/itemProps3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7854</TotalTime>
  <Words>434</Words>
  <Application>Microsoft Office PowerPoint</Application>
  <PresentationFormat>Personalizado</PresentationFormat>
  <Paragraphs>244</Paragraphs>
  <Slides>15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MPY1101 Clase: DIAGRAMA DE ACTIVIDADES</vt:lpstr>
      <vt:lpstr>¿Qué representa un Diagrama de Actividades?</vt:lpstr>
      <vt:lpstr>¿Cuáles son los Diagramas de Pre-Requisitos?</vt:lpstr>
      <vt:lpstr>¿Cuál es la estructura de un Diagrama de actividades?</vt:lpstr>
      <vt:lpstr>Elementos de un Diagrama de Actividades</vt:lpstr>
      <vt:lpstr>Elementos de un Diagrama de Actividades</vt:lpstr>
      <vt:lpstr>Elementos de un Diagrama de Actividades</vt:lpstr>
      <vt:lpstr>Ejemplos</vt:lpstr>
      <vt:lpstr>Ejemplo: Realizar un Despacho</vt:lpstr>
      <vt:lpstr>Ejemplos</vt:lpstr>
      <vt:lpstr>Incluyendo los responsables</vt:lpstr>
      <vt:lpstr>Ejemplos</vt:lpstr>
      <vt:lpstr>Incluyendo los responsables</vt:lpstr>
      <vt:lpstr>Incluyendo los responsables</vt:lpstr>
      <vt:lpstr>Videos: Complementar estudio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Claudia Alejandra</cp:lastModifiedBy>
  <cp:revision>412</cp:revision>
  <dcterms:created xsi:type="dcterms:W3CDTF">2022-07-20T19:15:37Z</dcterms:created>
  <dcterms:modified xsi:type="dcterms:W3CDTF">2026-06-03T04:50:01Z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