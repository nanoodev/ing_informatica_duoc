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5"/>
  </p:notesMasterIdLst>
  <p:sldIdLst>
    <p:sldId id="261" r:id="rId5"/>
    <p:sldId id="421" r:id="rId6"/>
    <p:sldId id="422" r:id="rId7"/>
    <p:sldId id="420" r:id="rId8"/>
    <p:sldId id="337" r:id="rId9"/>
    <p:sldId id="344" r:id="rId10"/>
    <p:sldId id="339" r:id="rId11"/>
    <p:sldId id="270" r:id="rId12"/>
    <p:sldId id="340" r:id="rId13"/>
    <p:sldId id="327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  <p:sldId id="345" r:id="rId27"/>
    <p:sldId id="360" r:id="rId28"/>
    <p:sldId id="406" r:id="rId29"/>
    <p:sldId id="407" r:id="rId30"/>
    <p:sldId id="408" r:id="rId31"/>
    <p:sldId id="352" r:id="rId32"/>
    <p:sldId id="416" r:id="rId33"/>
    <p:sldId id="417" r:id="rId34"/>
    <p:sldId id="418" r:id="rId35"/>
    <p:sldId id="419" r:id="rId36"/>
    <p:sldId id="374" r:id="rId37"/>
    <p:sldId id="409" r:id="rId38"/>
    <p:sldId id="410" r:id="rId39"/>
    <p:sldId id="411" r:id="rId40"/>
    <p:sldId id="412" r:id="rId41"/>
    <p:sldId id="393" r:id="rId42"/>
    <p:sldId id="413" r:id="rId43"/>
    <p:sldId id="415" r:id="rId4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4EC4"/>
    <a:srgbClr val="C4D600"/>
    <a:srgbClr val="257CE1"/>
    <a:srgbClr val="C2D501"/>
    <a:srgbClr val="DB0532"/>
    <a:srgbClr val="FF595A"/>
    <a:srgbClr val="D39F17"/>
    <a:srgbClr val="58C0E9"/>
    <a:srgbClr val="DC0031"/>
    <a:srgbClr val="EF7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5DAA1-C761-41F7-A3AA-37A9E35DAD41}" v="89" dt="2025-03-10T16:12:51.2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89316" autoAdjust="0"/>
  </p:normalViewPr>
  <p:slideViewPr>
    <p:cSldViewPr>
      <p:cViewPr varScale="1">
        <p:scale>
          <a:sx n="48" d="100"/>
          <a:sy n="48" d="100"/>
        </p:scale>
        <p:origin x="58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herrera" userId="e433adfdcf7e8d4e" providerId="LiveId" clId="{74E39A7D-FBA5-42A9-9EEB-18869C00FBF1}"/>
    <pc:docChg chg="undo redo custSel addSld delSld modSld sldOrd">
      <pc:chgData name="alvaro herrera" userId="e433adfdcf7e8d4e" providerId="LiveId" clId="{74E39A7D-FBA5-42A9-9EEB-18869C00FBF1}" dt="2024-08-27T12:33:55.974" v="19944" actId="20577"/>
      <pc:docMkLst>
        <pc:docMk/>
      </pc:docMkLst>
      <pc:sldChg chg="modSp mod">
        <pc:chgData name="alvaro herrera" userId="e433adfdcf7e8d4e" providerId="LiveId" clId="{74E39A7D-FBA5-42A9-9EEB-18869C00FBF1}" dt="2024-08-22T13:56:19.361" v="33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74E39A7D-FBA5-42A9-9EEB-18869C00FBF1}" dt="2024-08-22T14:08:52.421" v="386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74E39A7D-FBA5-42A9-9EEB-18869C00FBF1}" dt="2024-08-22T14:55:00.647" v="2319" actId="20577"/>
        <pc:sldMkLst>
          <pc:docMk/>
          <pc:sldMk cId="3735245215" sldId="327"/>
        </pc:sldMkLst>
      </pc:sldChg>
      <pc:sldChg chg="addSp delSp modSp mod">
        <pc:chgData name="alvaro herrera" userId="e433adfdcf7e8d4e" providerId="LiveId" clId="{74E39A7D-FBA5-42A9-9EEB-18869C00FBF1}" dt="2024-08-27T12:30:17.520" v="19845" actId="20577"/>
        <pc:sldMkLst>
          <pc:docMk/>
          <pc:sldMk cId="3979444189" sldId="337"/>
        </pc:sldMkLst>
      </pc:sldChg>
      <pc:sldChg chg="modSp mod">
        <pc:chgData name="alvaro herrera" userId="e433adfdcf7e8d4e" providerId="LiveId" clId="{74E39A7D-FBA5-42A9-9EEB-18869C00FBF1}" dt="2024-08-22T18:27:49.976" v="12719" actId="20577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74E39A7D-FBA5-42A9-9EEB-18869C00FBF1}" dt="2024-08-22T18:34:09.542" v="12763" actId="113"/>
        <pc:sldMkLst>
          <pc:docMk/>
          <pc:sldMk cId="717399983" sldId="340"/>
        </pc:sldMkLst>
      </pc:sldChg>
      <pc:sldChg chg="del">
        <pc:chgData name="alvaro herrera" userId="e433adfdcf7e8d4e" providerId="LiveId" clId="{74E39A7D-FBA5-42A9-9EEB-18869C00FBF1}" dt="2024-08-22T15:04:03.329" v="2414" actId="47"/>
        <pc:sldMkLst>
          <pc:docMk/>
          <pc:sldMk cId="1067811435" sldId="341"/>
        </pc:sldMkLst>
      </pc:sldChg>
      <pc:sldChg chg="modSp mod">
        <pc:chgData name="alvaro herrera" userId="e433adfdcf7e8d4e" providerId="LiveId" clId="{74E39A7D-FBA5-42A9-9EEB-18869C00FBF1}" dt="2024-08-22T13:56:58.172" v="98" actId="20577"/>
        <pc:sldMkLst>
          <pc:docMk/>
          <pc:sldMk cId="3117571071" sldId="344"/>
        </pc:sldMkLst>
      </pc:sldChg>
      <pc:sldChg chg="modSp mod">
        <pc:chgData name="alvaro herrera" userId="e433adfdcf7e8d4e" providerId="LiveId" clId="{74E39A7D-FBA5-42A9-9EEB-18869C00FBF1}" dt="2024-08-22T15:04:21.253" v="2442" actId="20577"/>
        <pc:sldMkLst>
          <pc:docMk/>
          <pc:sldMk cId="1757146808" sldId="345"/>
        </pc:sldMkLst>
      </pc:sldChg>
      <pc:sldChg chg="modSp del mod">
        <pc:chgData name="alvaro herrera" userId="e433adfdcf7e8d4e" providerId="LiveId" clId="{74E39A7D-FBA5-42A9-9EEB-18869C00FBF1}" dt="2024-08-22T14:08:43.116" v="369" actId="47"/>
        <pc:sldMkLst>
          <pc:docMk/>
          <pc:sldMk cId="4172899324" sldId="346"/>
        </pc:sldMkLst>
      </pc:sldChg>
      <pc:sldChg chg="del">
        <pc:chgData name="alvaro herrera" userId="e433adfdcf7e8d4e" providerId="LiveId" clId="{74E39A7D-FBA5-42A9-9EEB-18869C00FBF1}" dt="2024-08-22T14:54:49.565" v="2294" actId="47"/>
        <pc:sldMkLst>
          <pc:docMk/>
          <pc:sldMk cId="2376927994" sldId="347"/>
        </pc:sldMkLst>
      </pc:sldChg>
      <pc:sldChg chg="del">
        <pc:chgData name="alvaro herrera" userId="e433adfdcf7e8d4e" providerId="LiveId" clId="{74E39A7D-FBA5-42A9-9EEB-18869C00FBF1}" dt="2024-08-22T15:04:09.227" v="2416" actId="47"/>
        <pc:sldMkLst>
          <pc:docMk/>
          <pc:sldMk cId="2394126473" sldId="348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2251897141" sldId="349"/>
        </pc:sldMkLst>
      </pc:sldChg>
      <pc:sldChg chg="del">
        <pc:chgData name="alvaro herrera" userId="e433adfdcf7e8d4e" providerId="LiveId" clId="{74E39A7D-FBA5-42A9-9EEB-18869C00FBF1}" dt="2024-08-22T15:04:07.403" v="2415" actId="47"/>
        <pc:sldMkLst>
          <pc:docMk/>
          <pc:sldMk cId="513067390" sldId="350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3200365366" sldId="351"/>
        </pc:sldMkLst>
      </pc:sldChg>
      <pc:sldChg chg="modSp mod">
        <pc:chgData name="alvaro herrera" userId="e433adfdcf7e8d4e" providerId="LiveId" clId="{74E39A7D-FBA5-42A9-9EEB-18869C00FBF1}" dt="2024-08-22T17:41:10.929" v="9820" actId="20577"/>
        <pc:sldMkLst>
          <pc:docMk/>
          <pc:sldMk cId="1018190952" sldId="352"/>
        </pc:sldMkLst>
      </pc:sldChg>
      <pc:sldChg chg="del">
        <pc:chgData name="alvaro herrera" userId="e433adfdcf7e8d4e" providerId="LiveId" clId="{74E39A7D-FBA5-42A9-9EEB-18869C00FBF1}" dt="2024-08-22T17:57:14.652" v="10889" actId="47"/>
        <pc:sldMkLst>
          <pc:docMk/>
          <pc:sldMk cId="3697977237" sldId="353"/>
        </pc:sldMkLst>
      </pc:sldChg>
      <pc:sldChg chg="del">
        <pc:chgData name="alvaro herrera" userId="e433adfdcf7e8d4e" providerId="LiveId" clId="{74E39A7D-FBA5-42A9-9EEB-18869C00FBF1}" dt="2024-08-22T17:57:16.462" v="10890" actId="47"/>
        <pc:sldMkLst>
          <pc:docMk/>
          <pc:sldMk cId="2044938371" sldId="354"/>
        </pc:sldMkLst>
      </pc:sldChg>
      <pc:sldChg chg="del">
        <pc:chgData name="alvaro herrera" userId="e433adfdcf7e8d4e" providerId="LiveId" clId="{74E39A7D-FBA5-42A9-9EEB-18869C00FBF1}" dt="2024-08-22T17:57:17.917" v="10891" actId="47"/>
        <pc:sldMkLst>
          <pc:docMk/>
          <pc:sldMk cId="3662399843" sldId="355"/>
        </pc:sldMkLst>
      </pc:sldChg>
      <pc:sldChg chg="modSp add mod">
        <pc:chgData name="alvaro herrera" userId="e433adfdcf7e8d4e" providerId="LiveId" clId="{74E39A7D-FBA5-42A9-9EEB-18869C00FBF1}" dt="2024-08-22T18:28:11.080" v="12723" actId="20577"/>
        <pc:sldMkLst>
          <pc:docMk/>
          <pc:sldMk cId="500098683" sldId="356"/>
        </pc:sldMkLst>
      </pc:sldChg>
      <pc:sldChg chg="modSp add mod">
        <pc:chgData name="alvaro herrera" userId="e433adfdcf7e8d4e" providerId="LiveId" clId="{74E39A7D-FBA5-42A9-9EEB-18869C00FBF1}" dt="2024-08-22T18:28:02.440" v="12721" actId="20577"/>
        <pc:sldMkLst>
          <pc:docMk/>
          <pc:sldMk cId="612862089" sldId="357"/>
        </pc:sldMkLst>
      </pc:sldChg>
      <pc:sldChg chg="addSp delSp modSp add mod delAnim modAnim">
        <pc:chgData name="alvaro herrera" userId="e433adfdcf7e8d4e" providerId="LiveId" clId="{74E39A7D-FBA5-42A9-9EEB-18869C00FBF1}" dt="2024-08-26T14:38:01.523" v="13050" actId="1076"/>
        <pc:sldMkLst>
          <pc:docMk/>
          <pc:sldMk cId="3558969295" sldId="358"/>
        </pc:sldMkLst>
      </pc:sldChg>
      <pc:sldChg chg="addSp delSp modSp add mod delAnim modAnim">
        <pc:chgData name="alvaro herrera" userId="e433adfdcf7e8d4e" providerId="LiveId" clId="{74E39A7D-FBA5-42A9-9EEB-18869C00FBF1}" dt="2024-08-27T02:16:46.377" v="16510"/>
        <pc:sldMkLst>
          <pc:docMk/>
          <pc:sldMk cId="660929596" sldId="359"/>
        </pc:sldMkLst>
      </pc:sldChg>
      <pc:sldChg chg="addSp delSp modSp add mod addAnim delAnim modAnim">
        <pc:chgData name="alvaro herrera" userId="e433adfdcf7e8d4e" providerId="LiveId" clId="{74E39A7D-FBA5-42A9-9EEB-18869C00FBF1}" dt="2024-08-27T02:19:53.466" v="16532" actId="1076"/>
        <pc:sldMkLst>
          <pc:docMk/>
          <pc:sldMk cId="2487321172" sldId="360"/>
        </pc:sldMkLst>
      </pc:sldChg>
      <pc:sldChg chg="addSp delSp modSp add del mod delAnim">
        <pc:chgData name="alvaro herrera" userId="e433adfdcf7e8d4e" providerId="LiveId" clId="{74E39A7D-FBA5-42A9-9EEB-18869C00FBF1}" dt="2024-08-22T16:45:37.631" v="5576" actId="47"/>
        <pc:sldMkLst>
          <pc:docMk/>
          <pc:sldMk cId="1221046526" sldId="361"/>
        </pc:sldMkLst>
      </pc:sldChg>
      <pc:sldChg chg="addSp delSp modSp add mod delAnim modAnim">
        <pc:chgData name="alvaro herrera" userId="e433adfdcf7e8d4e" providerId="LiveId" clId="{74E39A7D-FBA5-42A9-9EEB-18869C00FBF1}" dt="2024-08-26T17:11:23.772" v="13566" actId="1036"/>
        <pc:sldMkLst>
          <pc:docMk/>
          <pc:sldMk cId="195899456" sldId="362"/>
        </pc:sldMkLst>
      </pc:sldChg>
      <pc:sldChg chg="addSp delSp modSp add mod delAnim modAnim">
        <pc:chgData name="alvaro herrera" userId="e433adfdcf7e8d4e" providerId="LiveId" clId="{74E39A7D-FBA5-42A9-9EEB-18869C00FBF1}" dt="2024-08-26T17:20:14.527" v="13819"/>
        <pc:sldMkLst>
          <pc:docMk/>
          <pc:sldMk cId="1947316694" sldId="363"/>
        </pc:sldMkLst>
      </pc:sldChg>
      <pc:sldChg chg="addSp modSp add del mod modAnim">
        <pc:chgData name="alvaro herrera" userId="e433adfdcf7e8d4e" providerId="LiveId" clId="{74E39A7D-FBA5-42A9-9EEB-18869C00FBF1}" dt="2024-08-26T17:21:20.990" v="13820" actId="47"/>
        <pc:sldMkLst>
          <pc:docMk/>
          <pc:sldMk cId="3882908139" sldId="364"/>
        </pc:sldMkLst>
      </pc:sldChg>
      <pc:sldChg chg="addSp delSp modSp add del mod delAnim modAnim">
        <pc:chgData name="alvaro herrera" userId="e433adfdcf7e8d4e" providerId="LiveId" clId="{74E39A7D-FBA5-42A9-9EEB-18869C00FBF1}" dt="2024-08-26T17:30:44.140" v="14342" actId="47"/>
        <pc:sldMkLst>
          <pc:docMk/>
          <pc:sldMk cId="2424216970" sldId="365"/>
        </pc:sldMkLst>
      </pc:sldChg>
      <pc:sldChg chg="addSp delSp modSp add mod delAnim modAnim">
        <pc:chgData name="alvaro herrera" userId="e433adfdcf7e8d4e" providerId="LiveId" clId="{74E39A7D-FBA5-42A9-9EEB-18869C00FBF1}" dt="2024-08-26T17:39:20.917" v="14475" actId="1037"/>
        <pc:sldMkLst>
          <pc:docMk/>
          <pc:sldMk cId="2893399527" sldId="366"/>
        </pc:sldMkLst>
      </pc:sldChg>
      <pc:sldChg chg="modSp add del mod">
        <pc:chgData name="alvaro herrera" userId="e433adfdcf7e8d4e" providerId="LiveId" clId="{74E39A7D-FBA5-42A9-9EEB-18869C00FBF1}" dt="2024-08-22T16:02:24.946" v="4272" actId="47"/>
        <pc:sldMkLst>
          <pc:docMk/>
          <pc:sldMk cId="825260327" sldId="367"/>
        </pc:sldMkLst>
      </pc:sldChg>
      <pc:sldChg chg="addSp modSp add del mod modAnim">
        <pc:chgData name="alvaro herrera" userId="e433adfdcf7e8d4e" providerId="LiveId" clId="{74E39A7D-FBA5-42A9-9EEB-18869C00FBF1}" dt="2024-08-26T21:24:57.074" v="15431" actId="47"/>
        <pc:sldMkLst>
          <pc:docMk/>
          <pc:sldMk cId="3295917131" sldId="368"/>
        </pc:sldMkLst>
      </pc:sldChg>
      <pc:sldChg chg="addSp delSp modSp add del mod delAnim modAnim">
        <pc:chgData name="alvaro herrera" userId="e433adfdcf7e8d4e" providerId="LiveId" clId="{74E39A7D-FBA5-42A9-9EEB-18869C00FBF1}" dt="2024-08-22T16:10:58.966" v="4339" actId="47"/>
        <pc:sldMkLst>
          <pc:docMk/>
          <pc:sldMk cId="2183198617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22:59.840" v="16535" actId="47"/>
        <pc:sldMkLst>
          <pc:docMk/>
          <pc:sldMk cId="2202275173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34:58.156" v="17061" actId="47"/>
        <pc:sldMkLst>
          <pc:docMk/>
          <pc:sldMk cId="4247720347" sldId="370"/>
        </pc:sldMkLst>
      </pc:sldChg>
      <pc:sldChg chg="addSp delSp modSp add del mod delAnim modAnim">
        <pc:chgData name="alvaro herrera" userId="e433adfdcf7e8d4e" providerId="LiveId" clId="{74E39A7D-FBA5-42A9-9EEB-18869C00FBF1}" dt="2024-08-27T02:36:53.672" v="17072" actId="47"/>
        <pc:sldMkLst>
          <pc:docMk/>
          <pc:sldMk cId="3718614157" sldId="371"/>
        </pc:sldMkLst>
      </pc:sldChg>
      <pc:sldChg chg="addSp delSp modSp add del mod delAnim modAnim">
        <pc:chgData name="alvaro herrera" userId="e433adfdcf7e8d4e" providerId="LiveId" clId="{74E39A7D-FBA5-42A9-9EEB-18869C00FBF1}" dt="2024-08-27T02:54:33.122" v="18266" actId="47"/>
        <pc:sldMkLst>
          <pc:docMk/>
          <pc:sldMk cId="2572613093" sldId="372"/>
        </pc:sldMkLst>
      </pc:sldChg>
      <pc:sldChg chg="addSp delSp modSp add del mod delAnim">
        <pc:chgData name="alvaro herrera" userId="e433adfdcf7e8d4e" providerId="LiveId" clId="{74E39A7D-FBA5-42A9-9EEB-18869C00FBF1}" dt="2024-08-27T02:59:19.626" v="18626" actId="47"/>
        <pc:sldMkLst>
          <pc:docMk/>
          <pc:sldMk cId="4206573744" sldId="373"/>
        </pc:sldMkLst>
      </pc:sldChg>
      <pc:sldChg chg="addSp delSp modSp add mod modAnim">
        <pc:chgData name="alvaro herrera" userId="e433adfdcf7e8d4e" providerId="LiveId" clId="{74E39A7D-FBA5-42A9-9EEB-18869C00FBF1}" dt="2024-08-27T03:16:12.252" v="18822" actId="14100"/>
        <pc:sldMkLst>
          <pc:docMk/>
          <pc:sldMk cId="275189471" sldId="374"/>
        </pc:sldMkLst>
      </pc:sldChg>
      <pc:sldChg chg="addSp delSp modSp add del mod ord">
        <pc:chgData name="alvaro herrera" userId="e433adfdcf7e8d4e" providerId="LiveId" clId="{74E39A7D-FBA5-42A9-9EEB-18869C00FBF1}" dt="2024-08-22T18:27:17.117" v="12715" actId="47"/>
        <pc:sldMkLst>
          <pc:docMk/>
          <pc:sldMk cId="960989593" sldId="375"/>
        </pc:sldMkLst>
      </pc:sldChg>
      <pc:sldChg chg="add del">
        <pc:chgData name="alvaro herrera" userId="e433adfdcf7e8d4e" providerId="LiveId" clId="{74E39A7D-FBA5-42A9-9EEB-18869C00FBF1}" dt="2024-08-22T17:44:04.361" v="9880"/>
        <pc:sldMkLst>
          <pc:docMk/>
          <pc:sldMk cId="3638059047" sldId="376"/>
        </pc:sldMkLst>
      </pc:sldChg>
      <pc:sldChg chg="addSp delSp modSp add mod">
        <pc:chgData name="alvaro herrera" userId="e433adfdcf7e8d4e" providerId="LiveId" clId="{74E39A7D-FBA5-42A9-9EEB-18869C00FBF1}" dt="2024-08-27T03:56:47.932" v="19648" actId="255"/>
        <pc:sldMkLst>
          <pc:docMk/>
          <pc:sldMk cId="3851861059" sldId="376"/>
        </pc:sldMkLst>
      </pc:sldChg>
      <pc:sldChg chg="addSp delSp modSp add del mod modAnim">
        <pc:chgData name="alvaro herrera" userId="e433adfdcf7e8d4e" providerId="LiveId" clId="{74E39A7D-FBA5-42A9-9EEB-18869C00FBF1}" dt="2024-08-27T03:09:30.643" v="18702" actId="47"/>
        <pc:sldMkLst>
          <pc:docMk/>
          <pc:sldMk cId="2114138836" sldId="377"/>
        </pc:sldMkLst>
      </pc:sldChg>
      <pc:sldChg chg="addSp delSp modSp add del mod delAnim modAnim">
        <pc:chgData name="alvaro herrera" userId="e433adfdcf7e8d4e" providerId="LiveId" clId="{74E39A7D-FBA5-42A9-9EEB-18869C00FBF1}" dt="2024-08-27T03:50:50.655" v="19505" actId="47"/>
        <pc:sldMkLst>
          <pc:docMk/>
          <pc:sldMk cId="2814731241" sldId="378"/>
        </pc:sldMkLst>
      </pc:sldChg>
      <pc:sldChg chg="addSp delSp modSp add mod addAnim delAnim modAnim">
        <pc:chgData name="alvaro herrera" userId="e433adfdcf7e8d4e" providerId="LiveId" clId="{74E39A7D-FBA5-42A9-9EEB-18869C00FBF1}" dt="2024-08-26T17:20:01.672" v="13817" actId="1037"/>
        <pc:sldMkLst>
          <pc:docMk/>
          <pc:sldMk cId="2246871194" sldId="379"/>
        </pc:sldMkLst>
      </pc:sldChg>
      <pc:sldChg chg="addSp delSp modSp add mod delAnim modAnim">
        <pc:chgData name="alvaro herrera" userId="e433adfdcf7e8d4e" providerId="LiveId" clId="{74E39A7D-FBA5-42A9-9EEB-18869C00FBF1}" dt="2024-08-27T03:10:34.122" v="18705" actId="1037"/>
        <pc:sldMkLst>
          <pc:docMk/>
          <pc:sldMk cId="1874012100" sldId="380"/>
        </pc:sldMkLst>
      </pc:sldChg>
      <pc:sldChg chg="addSp delSp modSp add mod delAnim modAnim">
        <pc:chgData name="alvaro herrera" userId="e433adfdcf7e8d4e" providerId="LiveId" clId="{74E39A7D-FBA5-42A9-9EEB-18869C00FBF1}" dt="2024-08-26T17:45:37.224" v="15021" actId="1037"/>
        <pc:sldMkLst>
          <pc:docMk/>
          <pc:sldMk cId="3313329645" sldId="381"/>
        </pc:sldMkLst>
      </pc:sldChg>
      <pc:sldChg chg="delSp modSp add mod delAnim">
        <pc:chgData name="alvaro herrera" userId="e433adfdcf7e8d4e" providerId="LiveId" clId="{74E39A7D-FBA5-42A9-9EEB-18869C00FBF1}" dt="2024-08-26T18:21:06.287" v="15408" actId="478"/>
        <pc:sldMkLst>
          <pc:docMk/>
          <pc:sldMk cId="273721892" sldId="382"/>
        </pc:sldMkLst>
      </pc:sldChg>
      <pc:sldChg chg="addSp modSp add del mod modAnim">
        <pc:chgData name="alvaro herrera" userId="e433adfdcf7e8d4e" providerId="LiveId" clId="{74E39A7D-FBA5-42A9-9EEB-18869C00FBF1}" dt="2024-08-27T03:08:26.560" v="18695" actId="47"/>
        <pc:sldMkLst>
          <pc:docMk/>
          <pc:sldMk cId="2931540218" sldId="383"/>
        </pc:sldMkLst>
      </pc:sldChg>
      <pc:sldChg chg="addSp delSp modSp add mod modAnim">
        <pc:chgData name="alvaro herrera" userId="e433adfdcf7e8d4e" providerId="LiveId" clId="{74E39A7D-FBA5-42A9-9EEB-18869C00FBF1}" dt="2024-08-27T03:04:26.420" v="18665" actId="1037"/>
        <pc:sldMkLst>
          <pc:docMk/>
          <pc:sldMk cId="504289341" sldId="384"/>
        </pc:sldMkLst>
      </pc:sldChg>
      <pc:sldChg chg="addSp delSp modSp add mod delAnim modAnim">
        <pc:chgData name="alvaro herrera" userId="e433adfdcf7e8d4e" providerId="LiveId" clId="{74E39A7D-FBA5-42A9-9EEB-18869C00FBF1}" dt="2024-08-27T03:04:03.474" v="18656" actId="1076"/>
        <pc:sldMkLst>
          <pc:docMk/>
          <pc:sldMk cId="2501091757" sldId="385"/>
        </pc:sldMkLst>
      </pc:sldChg>
      <pc:sldChg chg="addSp delSp modSp add mod delAnim modAnim">
        <pc:chgData name="alvaro herrera" userId="e433adfdcf7e8d4e" providerId="LiveId" clId="{74E39A7D-FBA5-42A9-9EEB-18869C00FBF1}" dt="2024-08-27T03:04:34.077" v="18666"/>
        <pc:sldMkLst>
          <pc:docMk/>
          <pc:sldMk cId="1809618485" sldId="386"/>
        </pc:sldMkLst>
      </pc:sldChg>
      <pc:sldChg chg="addSp delSp modSp add mod delAnim modAnim">
        <pc:chgData name="alvaro herrera" userId="e433adfdcf7e8d4e" providerId="LiveId" clId="{74E39A7D-FBA5-42A9-9EEB-18869C00FBF1}" dt="2024-08-27T03:04:59.649" v="18670" actId="1076"/>
        <pc:sldMkLst>
          <pc:docMk/>
          <pc:sldMk cId="2888917476" sldId="387"/>
        </pc:sldMkLst>
      </pc:sldChg>
      <pc:sldChg chg="addSp delSp modSp add mod delAnim">
        <pc:chgData name="alvaro herrera" userId="e433adfdcf7e8d4e" providerId="LiveId" clId="{74E39A7D-FBA5-42A9-9EEB-18869C00FBF1}" dt="2024-08-27T03:05:26.892" v="18675" actId="1076"/>
        <pc:sldMkLst>
          <pc:docMk/>
          <pc:sldMk cId="1898182351" sldId="388"/>
        </pc:sldMkLst>
      </pc:sldChg>
      <pc:sldChg chg="addSp delSp modSp add del mod delAnim modAnim">
        <pc:chgData name="alvaro herrera" userId="e433adfdcf7e8d4e" providerId="LiveId" clId="{74E39A7D-FBA5-42A9-9EEB-18869C00FBF1}" dt="2024-08-27T03:10:53.066" v="18706" actId="47"/>
        <pc:sldMkLst>
          <pc:docMk/>
          <pc:sldMk cId="639565339" sldId="389"/>
        </pc:sldMkLst>
      </pc:sldChg>
      <pc:sldChg chg="addSp delSp modSp add mod ord delAnim modAnim">
        <pc:chgData name="alvaro herrera" userId="e433adfdcf7e8d4e" providerId="LiveId" clId="{74E39A7D-FBA5-42A9-9EEB-18869C00FBF1}" dt="2024-08-27T03:17:53.927" v="18831" actId="1037"/>
        <pc:sldMkLst>
          <pc:docMk/>
          <pc:sldMk cId="1233106305" sldId="390"/>
        </pc:sldMkLst>
      </pc:sldChg>
      <pc:sldChg chg="addSp delSp modSp add del mod">
        <pc:chgData name="alvaro herrera" userId="e433adfdcf7e8d4e" providerId="LiveId" clId="{74E39A7D-FBA5-42A9-9EEB-18869C00FBF1}" dt="2024-08-27T03:17:29.133" v="18823" actId="47"/>
        <pc:sldMkLst>
          <pc:docMk/>
          <pc:sldMk cId="309090167" sldId="391"/>
        </pc:sldMkLst>
      </pc:sldChg>
      <pc:sldChg chg="addSp delSp modSp add del mod delAnim modAnim">
        <pc:chgData name="alvaro herrera" userId="e433adfdcf7e8d4e" providerId="LiveId" clId="{74E39A7D-FBA5-42A9-9EEB-18869C00FBF1}" dt="2024-08-27T03:59:18.749" v="19652" actId="47"/>
        <pc:sldMkLst>
          <pc:docMk/>
          <pc:sldMk cId="2459562188" sldId="391"/>
        </pc:sldMkLst>
      </pc:sldChg>
      <pc:sldChg chg="addSp modSp add modAnim">
        <pc:chgData name="alvaro herrera" userId="e433adfdcf7e8d4e" providerId="LiveId" clId="{74E39A7D-FBA5-42A9-9EEB-18869C00FBF1}" dt="2024-08-27T03:59:15.143" v="19651"/>
        <pc:sldMkLst>
          <pc:docMk/>
          <pc:sldMk cId="2044430233" sldId="392"/>
        </pc:sldMkLst>
      </pc:sldChg>
      <pc:sldChg chg="modSp add mod">
        <pc:chgData name="alvaro herrera" userId="e433adfdcf7e8d4e" providerId="LiveId" clId="{74E39A7D-FBA5-42A9-9EEB-18869C00FBF1}" dt="2024-08-27T12:29:50.784" v="19820" actId="6549"/>
        <pc:sldMkLst>
          <pc:docMk/>
          <pc:sldMk cId="668082197" sldId="393"/>
        </pc:sldMkLst>
      </pc:sldChg>
      <pc:sldChg chg="addSp modSp add mod">
        <pc:chgData name="alvaro herrera" userId="e433adfdcf7e8d4e" providerId="LiveId" clId="{74E39A7D-FBA5-42A9-9EEB-18869C00FBF1}" dt="2024-08-27T12:33:55.974" v="19944" actId="20577"/>
        <pc:sldMkLst>
          <pc:docMk/>
          <pc:sldMk cId="3026905170" sldId="394"/>
        </pc:sldMkLst>
      </pc:sldChg>
    </pc:docChg>
  </pc:docChgLst>
  <pc:docChgLst>
    <pc:chgData name="alvaro herrera" userId="e433adfdcf7e8d4e" providerId="LiveId" clId="{30E31715-BA59-4AA1-958D-809757F93970}"/>
    <pc:docChg chg="undo custSel addSld delSld modSld">
      <pc:chgData name="alvaro herrera" userId="e433adfdcf7e8d4e" providerId="LiveId" clId="{30E31715-BA59-4AA1-958D-809757F93970}" dt="2024-11-22T13:59:00.927" v="3814" actId="1035"/>
      <pc:docMkLst>
        <pc:docMk/>
      </pc:docMkLst>
      <pc:sldChg chg="modSp mod">
        <pc:chgData name="alvaro herrera" userId="e433adfdcf7e8d4e" providerId="LiveId" clId="{30E31715-BA59-4AA1-958D-809757F93970}" dt="2024-11-22T12:33:40.282" v="19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30E31715-BA59-4AA1-958D-809757F93970}" dt="2024-11-22T12:55:39.718" v="1641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30E31715-BA59-4AA1-958D-809757F93970}" dt="2024-11-22T13:18:26.760" v="2518" actId="20577"/>
        <pc:sldMkLst>
          <pc:docMk/>
          <pc:sldMk cId="3735245215" sldId="327"/>
        </pc:sldMkLst>
      </pc:sldChg>
      <pc:sldChg chg="modSp mod">
        <pc:chgData name="alvaro herrera" userId="e433adfdcf7e8d4e" providerId="LiveId" clId="{30E31715-BA59-4AA1-958D-809757F93970}" dt="2024-11-22T12:38:19.299" v="294" actId="14100"/>
        <pc:sldMkLst>
          <pc:docMk/>
          <pc:sldMk cId="3979444189" sldId="337"/>
        </pc:sldMkLst>
      </pc:sldChg>
      <pc:sldChg chg="modSp mod">
        <pc:chgData name="alvaro herrera" userId="e433adfdcf7e8d4e" providerId="LiveId" clId="{30E31715-BA59-4AA1-958D-809757F93970}" dt="2024-11-22T12:53:54.778" v="1601" actId="6549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30E31715-BA59-4AA1-958D-809757F93970}" dt="2024-11-22T13:18:49.789" v="2519" actId="6549"/>
        <pc:sldMkLst>
          <pc:docMk/>
          <pc:sldMk cId="717399983" sldId="340"/>
        </pc:sldMkLst>
      </pc:sldChg>
      <pc:sldChg chg="modSp mod">
        <pc:chgData name="alvaro herrera" userId="e433adfdcf7e8d4e" providerId="LiveId" clId="{30E31715-BA59-4AA1-958D-809757F93970}" dt="2024-11-22T12:39:46.589" v="306" actId="6549"/>
        <pc:sldMkLst>
          <pc:docMk/>
          <pc:sldMk cId="3117571071" sldId="344"/>
        </pc:sldMkLst>
      </pc:sldChg>
      <pc:sldChg chg="del">
        <pc:chgData name="alvaro herrera" userId="e433adfdcf7e8d4e" providerId="LiveId" clId="{30E31715-BA59-4AA1-958D-809757F93970}" dt="2024-11-22T12:55:17.912" v="1603" actId="47"/>
        <pc:sldMkLst>
          <pc:docMk/>
          <pc:sldMk cId="500098683" sldId="356"/>
        </pc:sldMkLst>
      </pc:sldChg>
      <pc:sldChg chg="del">
        <pc:chgData name="alvaro herrera" userId="e433adfdcf7e8d4e" providerId="LiveId" clId="{30E31715-BA59-4AA1-958D-809757F93970}" dt="2024-11-22T12:55:00.102" v="1602" actId="47"/>
        <pc:sldMkLst>
          <pc:docMk/>
          <pc:sldMk cId="612862089" sldId="357"/>
        </pc:sldMkLst>
      </pc:sldChg>
      <pc:sldChg chg="del">
        <pc:chgData name="alvaro herrera" userId="e433adfdcf7e8d4e" providerId="LiveId" clId="{30E31715-BA59-4AA1-958D-809757F93970}" dt="2024-11-22T13:17:25.296" v="2466" actId="47"/>
        <pc:sldMkLst>
          <pc:docMk/>
          <pc:sldMk cId="3558969295" sldId="358"/>
        </pc:sldMkLst>
      </pc:sldChg>
      <pc:sldChg chg="addSp delSp modSp mod delAnim modAnim">
        <pc:chgData name="alvaro herrera" userId="e433adfdcf7e8d4e" providerId="LiveId" clId="{30E31715-BA59-4AA1-958D-809757F93970}" dt="2024-11-22T13:35:34.786" v="2746"/>
        <pc:sldMkLst>
          <pc:docMk/>
          <pc:sldMk cId="660929596" sldId="359"/>
        </pc:sldMkLst>
      </pc:sldChg>
      <pc:sldChg chg="addSp delSp modSp add del mod delAnim modAnim">
        <pc:chgData name="alvaro herrera" userId="e433adfdcf7e8d4e" providerId="LiveId" clId="{30E31715-BA59-4AA1-958D-809757F93970}" dt="2024-11-22T13:38:35.020" v="2760" actId="14100"/>
        <pc:sldMkLst>
          <pc:docMk/>
          <pc:sldMk cId="958454969" sldId="395"/>
        </pc:sldMkLst>
      </pc:sldChg>
      <pc:sldChg chg="addSp delSp modSp add mod delAnim">
        <pc:chgData name="alvaro herrera" userId="e433adfdcf7e8d4e" providerId="LiveId" clId="{30E31715-BA59-4AA1-958D-809757F93970}" dt="2024-11-22T13:59:00.927" v="3814" actId="1035"/>
        <pc:sldMkLst>
          <pc:docMk/>
          <pc:sldMk cId="744146210" sldId="396"/>
        </pc:sldMkLst>
      </pc:sldChg>
      <pc:sldChg chg="add del">
        <pc:chgData name="alvaro herrera" userId="e433adfdcf7e8d4e" providerId="LiveId" clId="{30E31715-BA59-4AA1-958D-809757F93970}" dt="2024-11-22T13:41:23.315" v="2765"/>
        <pc:sldMkLst>
          <pc:docMk/>
          <pc:sldMk cId="4140627930" sldId="397"/>
        </pc:sldMkLst>
      </pc:sldChg>
    </pc:docChg>
  </pc:docChgLst>
  <pc:docChgLst>
    <pc:chgData name="alvaro herrera" userId="e433adfdcf7e8d4e" providerId="LiveId" clId="{5BF4B3AE-18D2-4049-9E67-6F48B317AF7F}"/>
    <pc:docChg chg="custSel modSld">
      <pc:chgData name="alvaro herrera" userId="e433adfdcf7e8d4e" providerId="LiveId" clId="{5BF4B3AE-18D2-4049-9E67-6F48B317AF7F}" dt="2025-03-10T01:38:30.687" v="65" actId="478"/>
      <pc:docMkLst>
        <pc:docMk/>
      </pc:docMkLst>
      <pc:sldChg chg="modSp mod">
        <pc:chgData name="alvaro herrera" userId="e433adfdcf7e8d4e" providerId="LiveId" clId="{5BF4B3AE-18D2-4049-9E67-6F48B317AF7F}" dt="2025-03-10T01:37:15.657" v="24" actId="20577"/>
        <pc:sldMkLst>
          <pc:docMk/>
          <pc:sldMk cId="3642932644" sldId="261"/>
        </pc:sldMkLst>
        <pc:spChg chg="mod">
          <ac:chgData name="alvaro herrera" userId="e433adfdcf7e8d4e" providerId="LiveId" clId="{5BF4B3AE-18D2-4049-9E67-6F48B317AF7F}" dt="2025-03-10T01:37:15.657" v="24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5BF4B3AE-18D2-4049-9E67-6F48B317AF7F}" dt="2025-03-10T01:37:24.985" v="32" actId="20577"/>
        <pc:sldMkLst>
          <pc:docMk/>
          <pc:sldMk cId="3979444189" sldId="337"/>
        </pc:sldMkLst>
        <pc:spChg chg="mod">
          <ac:chgData name="alvaro herrera" userId="e433adfdcf7e8d4e" providerId="LiveId" clId="{5BF4B3AE-18D2-4049-9E67-6F48B317AF7F}" dt="2025-03-10T01:37:24.985" v="32" actId="20577"/>
          <ac:spMkLst>
            <pc:docMk/>
            <pc:sldMk cId="3979444189" sldId="337"/>
            <ac:spMk id="21" creationId="{325E44F9-8B81-FD43-8DCF-00283585DD6D}"/>
          </ac:spMkLst>
        </pc:spChg>
      </pc:sldChg>
      <pc:sldChg chg="modSp mod">
        <pc:chgData name="alvaro herrera" userId="e433adfdcf7e8d4e" providerId="LiveId" clId="{5BF4B3AE-18D2-4049-9E67-6F48B317AF7F}" dt="2025-03-10T01:37:57.631" v="48" actId="20577"/>
        <pc:sldMkLst>
          <pc:docMk/>
          <pc:sldMk cId="214962392" sldId="339"/>
        </pc:sldMkLst>
        <pc:spChg chg="mod">
          <ac:chgData name="alvaro herrera" userId="e433adfdcf7e8d4e" providerId="LiveId" clId="{5BF4B3AE-18D2-4049-9E67-6F48B317AF7F}" dt="2025-03-10T01:37:57.631" v="48" actId="20577"/>
          <ac:spMkLst>
            <pc:docMk/>
            <pc:sldMk cId="214962392" sldId="339"/>
            <ac:spMk id="2" creationId="{1F11FCC6-3B49-9D46-8B62-80E94C906F0A}"/>
          </ac:spMkLst>
        </pc:spChg>
      </pc:sldChg>
      <pc:sldChg chg="modSp mod">
        <pc:chgData name="alvaro herrera" userId="e433adfdcf7e8d4e" providerId="LiveId" clId="{5BF4B3AE-18D2-4049-9E67-6F48B317AF7F}" dt="2025-03-10T01:38:14.095" v="64" actId="6549"/>
        <pc:sldMkLst>
          <pc:docMk/>
          <pc:sldMk cId="717399983" sldId="340"/>
        </pc:sldMkLst>
        <pc:spChg chg="mod">
          <ac:chgData name="alvaro herrera" userId="e433adfdcf7e8d4e" providerId="LiveId" clId="{5BF4B3AE-18D2-4049-9E67-6F48B317AF7F}" dt="2025-03-10T01:38:14.095" v="64" actId="6549"/>
          <ac:spMkLst>
            <pc:docMk/>
            <pc:sldMk cId="717399983" sldId="340"/>
            <ac:spMk id="5" creationId="{71384F4C-6D2D-72A3-AB44-3D884038C5CA}"/>
          </ac:spMkLst>
        </pc:spChg>
      </pc:sldChg>
      <pc:sldChg chg="modSp mod">
        <pc:chgData name="alvaro herrera" userId="e433adfdcf7e8d4e" providerId="LiveId" clId="{5BF4B3AE-18D2-4049-9E67-6F48B317AF7F}" dt="2025-03-10T01:37:49.460" v="40" actId="20577"/>
        <pc:sldMkLst>
          <pc:docMk/>
          <pc:sldMk cId="3117571071" sldId="344"/>
        </pc:sldMkLst>
        <pc:spChg chg="mod">
          <ac:chgData name="alvaro herrera" userId="e433adfdcf7e8d4e" providerId="LiveId" clId="{5BF4B3AE-18D2-4049-9E67-6F48B317AF7F}" dt="2025-03-10T01:37:49.460" v="40" actId="20577"/>
          <ac:spMkLst>
            <pc:docMk/>
            <pc:sldMk cId="3117571071" sldId="344"/>
            <ac:spMk id="3" creationId="{87A9F761-F66D-564C-A85F-5D24B1E7B998}"/>
          </ac:spMkLst>
        </pc:spChg>
      </pc:sldChg>
      <pc:sldChg chg="delSp mod">
        <pc:chgData name="alvaro herrera" userId="e433adfdcf7e8d4e" providerId="LiveId" clId="{5BF4B3AE-18D2-4049-9E67-6F48B317AF7F}" dt="2025-03-10T01:38:30.687" v="65" actId="478"/>
        <pc:sldMkLst>
          <pc:docMk/>
          <pc:sldMk cId="660929596" sldId="359"/>
        </pc:sldMkLst>
        <pc:spChg chg="del">
          <ac:chgData name="alvaro herrera" userId="e433adfdcf7e8d4e" providerId="LiveId" clId="{5BF4B3AE-18D2-4049-9E67-6F48B317AF7F}" dt="2025-03-10T01:38:30.687" v="65" actId="478"/>
          <ac:spMkLst>
            <pc:docMk/>
            <pc:sldMk cId="660929596" sldId="359"/>
            <ac:spMk id="63" creationId="{35FE6D0C-8349-146C-EA36-34426513AAFE}"/>
          </ac:spMkLst>
        </pc:spChg>
      </pc:sldChg>
    </pc:docChg>
  </pc:docChgLst>
  <pc:docChgLst>
    <pc:chgData name="alvaro herrera" userId="e433adfdcf7e8d4e" providerId="LiveId" clId="{A5F5DAA1-C761-41F7-A3AA-37A9E35DAD41}"/>
    <pc:docChg chg="undo custSel addSld delSld modSld sldOrd">
      <pc:chgData name="alvaro herrera" userId="e433adfdcf7e8d4e" providerId="LiveId" clId="{A5F5DAA1-C761-41F7-A3AA-37A9E35DAD41}" dt="2025-03-10T16:16:04.612" v="1310" actId="20577"/>
      <pc:docMkLst>
        <pc:docMk/>
      </pc:docMkLst>
      <pc:sldChg chg="modSp mod">
        <pc:chgData name="alvaro herrera" userId="e433adfdcf7e8d4e" providerId="LiveId" clId="{A5F5DAA1-C761-41F7-A3AA-37A9E35DAD41}" dt="2025-03-10T01:43:56.287" v="35" actId="20577"/>
        <pc:sldMkLst>
          <pc:docMk/>
          <pc:sldMk cId="3642932644" sldId="261"/>
        </pc:sldMkLst>
        <pc:spChg chg="mod">
          <ac:chgData name="alvaro herrera" userId="e433adfdcf7e8d4e" providerId="LiveId" clId="{A5F5DAA1-C761-41F7-A3AA-37A9E35DAD41}" dt="2025-03-10T01:43:56.287" v="35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A5F5DAA1-C761-41F7-A3AA-37A9E35DAD41}" dt="2025-03-10T02:39:42.712" v="668" actId="20577"/>
        <pc:sldMkLst>
          <pc:docMk/>
          <pc:sldMk cId="3979444189" sldId="337"/>
        </pc:sldMkLst>
        <pc:spChg chg="mod">
          <ac:chgData name="alvaro herrera" userId="e433adfdcf7e8d4e" providerId="LiveId" clId="{A5F5DAA1-C761-41F7-A3AA-37A9E35DAD41}" dt="2025-03-10T02:39:42.712" v="668" actId="20577"/>
          <ac:spMkLst>
            <pc:docMk/>
            <pc:sldMk cId="3979444189" sldId="337"/>
            <ac:spMk id="12" creationId="{BB375BB0-38DE-5947-A049-E37CBB392147}"/>
          </ac:spMkLst>
        </pc:spChg>
      </pc:sldChg>
      <pc:sldChg chg="addSp delSp modSp mod">
        <pc:chgData name="alvaro herrera" userId="e433adfdcf7e8d4e" providerId="LiveId" clId="{A5F5DAA1-C761-41F7-A3AA-37A9E35DAD41}" dt="2025-03-10T16:16:04.612" v="1310" actId="20577"/>
        <pc:sldMkLst>
          <pc:docMk/>
          <pc:sldMk cId="214962392" sldId="339"/>
        </pc:sldMkLst>
        <pc:spChg chg="add mod">
          <ac:chgData name="alvaro herrera" userId="e433adfdcf7e8d4e" providerId="LiveId" clId="{A5F5DAA1-C761-41F7-A3AA-37A9E35DAD41}" dt="2025-03-10T16:15:52.955" v="1289" actId="20577"/>
          <ac:spMkLst>
            <pc:docMk/>
            <pc:sldMk cId="214962392" sldId="339"/>
            <ac:spMk id="3" creationId="{43489040-82F0-1A7E-D719-80EA64EDC5DF}"/>
          </ac:spMkLst>
        </pc:spChg>
        <pc:spChg chg="mod">
          <ac:chgData name="alvaro herrera" userId="e433adfdcf7e8d4e" providerId="LiveId" clId="{A5F5DAA1-C761-41F7-A3AA-37A9E35DAD41}" dt="2025-03-10T16:13:33.821" v="1278" actId="1036"/>
          <ac:spMkLst>
            <pc:docMk/>
            <pc:sldMk cId="214962392" sldId="339"/>
            <ac:spMk id="4" creationId="{49CAB5BC-5A14-4039-B5DE-FC66EF176185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5" creationId="{FC87C1DB-0E93-019D-E006-2FB4927189DE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6" creationId="{3BAD95C8-94A2-5C60-E70E-44218577F2FA}"/>
          </ac:spMkLst>
        </pc:spChg>
        <pc:spChg chg="add mod">
          <ac:chgData name="alvaro herrera" userId="e433adfdcf7e8d4e" providerId="LiveId" clId="{A5F5DAA1-C761-41F7-A3AA-37A9E35DAD41}" dt="2025-03-10T16:13:12.449" v="1273" actId="1037"/>
          <ac:spMkLst>
            <pc:docMk/>
            <pc:sldMk cId="214962392" sldId="339"/>
            <ac:spMk id="6" creationId="{DA36F971-98A7-C25E-B5E1-51AE9F8EB613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7" creationId="{A773D3C6-2A60-3C58-2B51-B73CF0A89DD6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8" creationId="{626C2193-F229-BD52-0E64-B75EADCE10FB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9" creationId="{263C28F2-B5A5-107E-B1A1-12623A42F691}"/>
          </ac:spMkLst>
        </pc:spChg>
        <pc:spChg chg="add mod">
          <ac:chgData name="alvaro herrera" userId="e433adfdcf7e8d4e" providerId="LiveId" clId="{A5F5DAA1-C761-41F7-A3AA-37A9E35DAD41}" dt="2025-03-10T16:15:59.270" v="1299" actId="20577"/>
          <ac:spMkLst>
            <pc:docMk/>
            <pc:sldMk cId="214962392" sldId="339"/>
            <ac:spMk id="10" creationId="{E1E279E1-8230-C574-3311-F69AAE2AE95C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1" creationId="{03491497-30D0-5ACA-8566-FFC4574B13E9}"/>
          </ac:spMkLst>
        </pc:spChg>
        <pc:spChg chg="add mod">
          <ac:chgData name="alvaro herrera" userId="e433adfdcf7e8d4e" providerId="LiveId" clId="{A5F5DAA1-C761-41F7-A3AA-37A9E35DAD41}" dt="2025-03-10T16:16:04.612" v="1310" actId="20577"/>
          <ac:spMkLst>
            <pc:docMk/>
            <pc:sldMk cId="214962392" sldId="339"/>
            <ac:spMk id="12" creationId="{BDBEA81A-6218-A2D4-388D-B2E792DC0804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3" creationId="{A4292FCC-E78E-B893-148D-137A00E306B6}"/>
          </ac:spMkLst>
        </pc:spChg>
        <pc:spChg chg="add mod">
          <ac:chgData name="alvaro herrera" userId="e433adfdcf7e8d4e" providerId="LiveId" clId="{A5F5DAA1-C761-41F7-A3AA-37A9E35DAD41}" dt="2025-03-10T16:12:09.909" v="1251" actId="20577"/>
          <ac:spMkLst>
            <pc:docMk/>
            <pc:sldMk cId="214962392" sldId="339"/>
            <ac:spMk id="14" creationId="{C7D1FE3E-DB8D-DBAD-5B29-B0B7EC6CEDFE}"/>
          </ac:spMkLst>
        </pc:spChg>
      </pc:sldChg>
      <pc:sldChg chg="modSp mod">
        <pc:chgData name="alvaro herrera" userId="e433adfdcf7e8d4e" providerId="LiveId" clId="{A5F5DAA1-C761-41F7-A3AA-37A9E35DAD41}" dt="2025-03-10T02:37:27.531" v="593" actId="6549"/>
        <pc:sldMkLst>
          <pc:docMk/>
          <pc:sldMk cId="3888574232" sldId="406"/>
        </pc:sldMkLst>
        <pc:spChg chg="mod">
          <ac:chgData name="alvaro herrera" userId="e433adfdcf7e8d4e" providerId="LiveId" clId="{A5F5DAA1-C761-41F7-A3AA-37A9E35DAD41}" dt="2025-03-10T02:37:27.531" v="593" actId="6549"/>
          <ac:spMkLst>
            <pc:docMk/>
            <pc:sldMk cId="3888574232" sldId="406"/>
            <ac:spMk id="71" creationId="{B8BBC416-0B06-941C-340D-23CAAC9576ED}"/>
          </ac:spMkLst>
        </pc:spChg>
      </pc:sldChg>
      <pc:sldChg chg="addSp delSp modSp add mod ord">
        <pc:chgData name="alvaro herrera" userId="e433adfdcf7e8d4e" providerId="LiveId" clId="{A5F5DAA1-C761-41F7-A3AA-37A9E35DAD41}" dt="2025-03-10T02:41:21.805" v="690"/>
        <pc:sldMkLst>
          <pc:docMk/>
          <pc:sldMk cId="3656665430" sldId="416"/>
        </pc:sldMkLst>
        <pc:spChg chg="mod">
          <ac:chgData name="alvaro herrera" userId="e433adfdcf7e8d4e" providerId="LiveId" clId="{A5F5DAA1-C761-41F7-A3AA-37A9E35DAD41}" dt="2025-03-10T02:20:55.073" v="473" actId="20577"/>
          <ac:spMkLst>
            <pc:docMk/>
            <pc:sldMk cId="3656665430" sldId="416"/>
            <ac:spMk id="2" creationId="{24B0227D-5220-F643-E30D-AE0AE2394D80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3" creationId="{BF9DDA06-B972-29D5-2867-583DB6B454D2}"/>
          </ac:spMkLst>
        </pc:spChg>
        <pc:spChg chg="del">
          <ac:chgData name="alvaro herrera" userId="e433adfdcf7e8d4e" providerId="LiveId" clId="{A5F5DAA1-C761-41F7-A3AA-37A9E35DAD41}" dt="2025-03-10T02:15:26.344" v="354" actId="478"/>
          <ac:spMkLst>
            <pc:docMk/>
            <pc:sldMk cId="3656665430" sldId="416"/>
            <ac:spMk id="4" creationId="{693B04A5-5D64-2522-04D5-DA44EE707387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5" creationId="{8B96C584-42E6-F426-F510-6E8B14D1C399}"/>
          </ac:spMkLst>
        </pc:spChg>
        <pc:spChg chg="add">
          <ac:chgData name="alvaro herrera" userId="e433adfdcf7e8d4e" providerId="LiveId" clId="{A5F5DAA1-C761-41F7-A3AA-37A9E35DAD41}" dt="2025-03-10T02:18:43.675" v="417"/>
          <ac:spMkLst>
            <pc:docMk/>
            <pc:sldMk cId="3656665430" sldId="416"/>
            <ac:spMk id="7" creationId="{FA41F088-FEF6-D512-F64C-EE7BFCCE36AA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0" creationId="{23BB366D-D464-0641-5291-5874527298F4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1" creationId="{E58B0CC2-66C8-FD6B-C801-A6F0D66B0F11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2" creationId="{93E2E3F6-D516-AEAE-F380-4932FD47F91F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3" creationId="{793D3063-6777-831C-46DC-02E30EB48566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4" creationId="{E30FF31D-F411-C25A-DCA1-1BF06955F3B3}"/>
          </ac:spMkLst>
        </pc:spChg>
        <pc:spChg chg="add mod">
          <ac:chgData name="alvaro herrera" userId="e433adfdcf7e8d4e" providerId="LiveId" clId="{A5F5DAA1-C761-41F7-A3AA-37A9E35DAD41}" dt="2025-03-10T02:30:38.286" v="543" actId="403"/>
          <ac:spMkLst>
            <pc:docMk/>
            <pc:sldMk cId="3656665430" sldId="416"/>
            <ac:spMk id="19" creationId="{D0FB138C-1391-3E1C-69DA-AE3AF135D6EB}"/>
          </ac:spMkLst>
        </pc:spChg>
        <pc:spChg chg="add mod">
          <ac:chgData name="alvaro herrera" userId="e433adfdcf7e8d4e" providerId="LiveId" clId="{A5F5DAA1-C761-41F7-A3AA-37A9E35DAD41}" dt="2025-03-10T02:30:32.730" v="541" actId="403"/>
          <ac:spMkLst>
            <pc:docMk/>
            <pc:sldMk cId="3656665430" sldId="416"/>
            <ac:spMk id="21" creationId="{C8E303E4-A2C8-6011-DB64-FE4803D449B6}"/>
          </ac:spMkLst>
        </pc:spChg>
        <pc:spChg chg="add mod">
          <ac:chgData name="alvaro herrera" userId="e433adfdcf7e8d4e" providerId="LiveId" clId="{A5F5DAA1-C761-41F7-A3AA-37A9E35DAD41}" dt="2025-03-10T02:30:27.753" v="538" actId="14100"/>
          <ac:spMkLst>
            <pc:docMk/>
            <pc:sldMk cId="3656665430" sldId="416"/>
            <ac:spMk id="23" creationId="{07F94AAF-D3FE-C2CC-B770-E83F377D3162}"/>
          </ac:spMkLst>
        </pc:spChg>
        <pc:spChg chg="add mod">
          <ac:chgData name="alvaro herrera" userId="e433adfdcf7e8d4e" providerId="LiveId" clId="{A5F5DAA1-C761-41F7-A3AA-37A9E35DAD41}" dt="2025-03-10T02:30:16.669" v="534" actId="403"/>
          <ac:spMkLst>
            <pc:docMk/>
            <pc:sldMk cId="3656665430" sldId="416"/>
            <ac:spMk id="25" creationId="{0F7E3BF4-E5CA-A98D-A4D7-59A879B42A3E}"/>
          </ac:spMkLst>
        </pc:spChg>
        <pc:picChg chg="add del mod">
          <ac:chgData name="alvaro herrera" userId="e433adfdcf7e8d4e" providerId="LiveId" clId="{A5F5DAA1-C761-41F7-A3AA-37A9E35DAD41}" dt="2025-03-10T02:18:16.054" v="416" actId="478"/>
          <ac:picMkLst>
            <pc:docMk/>
            <pc:sldMk cId="3656665430" sldId="416"/>
            <ac:picMk id="6" creationId="{86E2DBAE-D61B-8CE2-9C62-310653AB0A24}"/>
          </ac:picMkLst>
        </pc:picChg>
        <pc:picChg chg="add del">
          <ac:chgData name="alvaro herrera" userId="e433adfdcf7e8d4e" providerId="LiveId" clId="{A5F5DAA1-C761-41F7-A3AA-37A9E35DAD41}" dt="2025-03-10T02:19:55.485" v="419" actId="478"/>
          <ac:picMkLst>
            <pc:docMk/>
            <pc:sldMk cId="3656665430" sldId="416"/>
            <ac:picMk id="8" creationId="{BE449242-66FD-D3D3-498C-5119374BE998}"/>
          </ac:picMkLst>
        </pc:picChg>
        <pc:picChg chg="add del mod">
          <ac:chgData name="alvaro herrera" userId="e433adfdcf7e8d4e" providerId="LiveId" clId="{A5F5DAA1-C761-41F7-A3AA-37A9E35DAD41}" dt="2025-03-10T02:21:20.530" v="474" actId="478"/>
          <ac:picMkLst>
            <pc:docMk/>
            <pc:sldMk cId="3656665430" sldId="416"/>
            <ac:picMk id="15" creationId="{74909687-4B65-8146-38A8-9309D0C29D5B}"/>
          </ac:picMkLst>
        </pc:picChg>
        <pc:picChg chg="add mod">
          <ac:chgData name="alvaro herrera" userId="e433adfdcf7e8d4e" providerId="LiveId" clId="{A5F5DAA1-C761-41F7-A3AA-37A9E35DAD41}" dt="2025-03-10T02:21:46.349" v="482" actId="14100"/>
          <ac:picMkLst>
            <pc:docMk/>
            <pc:sldMk cId="3656665430" sldId="416"/>
            <ac:picMk id="17" creationId="{51759D37-2246-12D0-D424-AD56CB0031CA}"/>
          </ac:picMkLst>
        </pc:picChg>
      </pc:sldChg>
      <pc:sldChg chg="add del">
        <pc:chgData name="alvaro herrera" userId="e433adfdcf7e8d4e" providerId="LiveId" clId="{A5F5DAA1-C761-41F7-A3AA-37A9E35DAD41}" dt="2025-03-10T02:15:34.122" v="357"/>
        <pc:sldMkLst>
          <pc:docMk/>
          <pc:sldMk cId="326348038" sldId="417"/>
        </pc:sldMkLst>
      </pc:sldChg>
      <pc:sldChg chg="addSp delSp modSp add mod">
        <pc:chgData name="alvaro herrera" userId="e433adfdcf7e8d4e" providerId="LiveId" clId="{A5F5DAA1-C761-41F7-A3AA-37A9E35DAD41}" dt="2025-03-10T02:44:38.148" v="696" actId="14100"/>
        <pc:sldMkLst>
          <pc:docMk/>
          <pc:sldMk cId="3119748775" sldId="417"/>
        </pc:sldMkLst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19" creationId="{F1C7F24F-F592-9DCC-3949-58F502D26694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1" creationId="{2D68F016-DE3A-9BFF-1085-B1FC2DF7B74B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3" creationId="{56B45E42-A3FF-41C3-3467-9B8EFCB291F0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5" creationId="{F77E9648-02B5-9D80-202D-AFF87C6C70FF}"/>
          </ac:spMkLst>
        </pc:spChg>
        <pc:picChg chg="del">
          <ac:chgData name="alvaro herrera" userId="e433adfdcf7e8d4e" providerId="LiveId" clId="{A5F5DAA1-C761-41F7-A3AA-37A9E35DAD41}" dt="2025-03-10T02:44:17.655" v="692" actId="478"/>
          <ac:picMkLst>
            <pc:docMk/>
            <pc:sldMk cId="3119748775" sldId="417"/>
            <ac:picMk id="17" creationId="{B85F2D2F-B101-449C-CA8D-01CD91E2CDDF}"/>
          </ac:picMkLst>
        </pc:picChg>
        <pc:picChg chg="add mod">
          <ac:chgData name="alvaro herrera" userId="e433adfdcf7e8d4e" providerId="LiveId" clId="{A5F5DAA1-C761-41F7-A3AA-37A9E35DAD41}" dt="2025-03-10T02:44:38.148" v="696" actId="14100"/>
          <ac:picMkLst>
            <pc:docMk/>
            <pc:sldMk cId="3119748775" sldId="417"/>
            <ac:picMk id="2050" creationId="{765BDFD4-A050-7116-3401-E2D3F18C9607}"/>
          </ac:picMkLst>
        </pc:picChg>
      </pc:sldChg>
      <pc:sldChg chg="addSp delSp modSp add mod">
        <pc:chgData name="alvaro herrera" userId="e433adfdcf7e8d4e" providerId="LiveId" clId="{A5F5DAA1-C761-41F7-A3AA-37A9E35DAD41}" dt="2025-03-10T02:53:59.267" v="747" actId="20577"/>
        <pc:sldMkLst>
          <pc:docMk/>
          <pc:sldMk cId="2903986870" sldId="418"/>
        </pc:sldMkLst>
        <pc:spChg chg="mod">
          <ac:chgData name="alvaro herrera" userId="e433adfdcf7e8d4e" providerId="LiveId" clId="{A5F5DAA1-C761-41F7-A3AA-37A9E35DAD41}" dt="2025-03-10T02:53:59.267" v="747" actId="20577"/>
          <ac:spMkLst>
            <pc:docMk/>
            <pc:sldMk cId="2903986870" sldId="418"/>
            <ac:spMk id="2" creationId="{459DAAE6-BF86-6C2C-0DCD-BF88701C035D}"/>
          </ac:spMkLst>
        </pc:spChg>
        <pc:picChg chg="del">
          <ac:chgData name="alvaro herrera" userId="e433adfdcf7e8d4e" providerId="LiveId" clId="{A5F5DAA1-C761-41F7-A3AA-37A9E35DAD41}" dt="2025-03-10T02:49:19.784" v="698" actId="478"/>
          <ac:picMkLst>
            <pc:docMk/>
            <pc:sldMk cId="2903986870" sldId="418"/>
            <ac:picMk id="2050" creationId="{436D4744-74E5-D1CB-1B14-6989ECB79AFD}"/>
          </ac:picMkLst>
        </pc:picChg>
        <pc:picChg chg="add del mod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4" creationId="{84AF82E5-FF0A-EEA8-A068-C57BCFD8FADC}"/>
          </ac:picMkLst>
        </pc:picChg>
        <pc:picChg chg="add del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6" creationId="{2149001F-708B-DB0C-98DB-298800FE46E2}"/>
          </ac:picMkLst>
        </pc:picChg>
        <pc:picChg chg="add del mod">
          <ac:chgData name="alvaro herrera" userId="e433adfdcf7e8d4e" providerId="LiveId" clId="{A5F5DAA1-C761-41F7-A3AA-37A9E35DAD41}" dt="2025-03-10T02:52:30.335" v="709" actId="478"/>
          <ac:picMkLst>
            <pc:docMk/>
            <pc:sldMk cId="2903986870" sldId="418"/>
            <ac:picMk id="3078" creationId="{3D7B4E3D-F932-EAFF-68BD-C9F7C86CE723}"/>
          </ac:picMkLst>
        </pc:picChg>
        <pc:picChg chg="add mod">
          <ac:chgData name="alvaro herrera" userId="e433adfdcf7e8d4e" providerId="LiveId" clId="{A5F5DAA1-C761-41F7-A3AA-37A9E35DAD41}" dt="2025-03-10T02:53:29.999" v="713" actId="14100"/>
          <ac:picMkLst>
            <pc:docMk/>
            <pc:sldMk cId="2903986870" sldId="418"/>
            <ac:picMk id="3080" creationId="{1A213A91-F262-7E83-C144-D1609AB812BF}"/>
          </ac:picMkLst>
        </pc:picChg>
      </pc:sldChg>
      <pc:sldChg chg="addSp delSp modSp add">
        <pc:chgData name="alvaro herrera" userId="e433adfdcf7e8d4e" providerId="LiveId" clId="{A5F5DAA1-C761-41F7-A3AA-37A9E35DAD41}" dt="2025-03-10T03:01:34.574" v="757" actId="1076"/>
        <pc:sldMkLst>
          <pc:docMk/>
          <pc:sldMk cId="1091014937" sldId="419"/>
        </pc:sldMkLst>
        <pc:picChg chg="del">
          <ac:chgData name="alvaro herrera" userId="e433adfdcf7e8d4e" providerId="LiveId" clId="{A5F5DAA1-C761-41F7-A3AA-37A9E35DAD41}" dt="2025-03-10T02:59:52.367" v="749" actId="478"/>
          <ac:picMkLst>
            <pc:docMk/>
            <pc:sldMk cId="1091014937" sldId="419"/>
            <ac:picMk id="3080" creationId="{810D46B5-BD6B-7D2F-9422-8DFE1F86E7AD}"/>
          </ac:picMkLst>
        </pc:picChg>
        <pc:picChg chg="add del mod">
          <ac:chgData name="alvaro herrera" userId="e433adfdcf7e8d4e" providerId="LiveId" clId="{A5F5DAA1-C761-41F7-A3AA-37A9E35DAD41}" dt="2025-03-10T03:01:25.555" v="754" actId="478"/>
          <ac:picMkLst>
            <pc:docMk/>
            <pc:sldMk cId="1091014937" sldId="419"/>
            <ac:picMk id="4098" creationId="{1DACFB98-797C-8746-07A6-753075F4D287}"/>
          </ac:picMkLst>
        </pc:picChg>
        <pc:picChg chg="add mod">
          <ac:chgData name="alvaro herrera" userId="e433adfdcf7e8d4e" providerId="LiveId" clId="{A5F5DAA1-C761-41F7-A3AA-37A9E35DAD41}" dt="2025-03-10T03:01:34.574" v="757" actId="1076"/>
          <ac:picMkLst>
            <pc:docMk/>
            <pc:sldMk cId="1091014937" sldId="419"/>
            <ac:picMk id="4100" creationId="{97951A39-419D-E526-234B-A8FA86787F0B}"/>
          </ac:picMkLst>
        </pc:picChg>
      </pc:sldChg>
      <pc:sldChg chg="addSp delSp modSp add mod">
        <pc:chgData name="alvaro herrera" userId="e433adfdcf7e8d4e" providerId="LiveId" clId="{A5F5DAA1-C761-41F7-A3AA-37A9E35DAD41}" dt="2025-03-10T15:58:38.327" v="1027" actId="1076"/>
        <pc:sldMkLst>
          <pc:docMk/>
          <pc:sldMk cId="975002621" sldId="420"/>
        </pc:sldMkLst>
        <pc:spChg chg="mod">
          <ac:chgData name="alvaro herrera" userId="e433adfdcf7e8d4e" providerId="LiveId" clId="{A5F5DAA1-C761-41F7-A3AA-37A9E35DAD41}" dt="2025-03-10T15:49:48.966" v="914" actId="20577"/>
          <ac:spMkLst>
            <pc:docMk/>
            <pc:sldMk cId="975002621" sldId="420"/>
            <ac:spMk id="2" creationId="{AA43B8A7-9FD5-22BD-07C7-B3729D0EBD56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3" creationId="{95110581-0BF7-8010-09EA-357783CB9018}"/>
          </ac:spMkLst>
        </pc:spChg>
        <pc:spChg chg="del">
          <ac:chgData name="alvaro herrera" userId="e433adfdcf7e8d4e" providerId="LiveId" clId="{A5F5DAA1-C761-41F7-A3AA-37A9E35DAD41}" dt="2025-03-10T15:42:11.276" v="759" actId="478"/>
          <ac:spMkLst>
            <pc:docMk/>
            <pc:sldMk cId="975002621" sldId="420"/>
            <ac:spMk id="4" creationId="{672BE0E9-FF3F-A354-BB54-0600C4A92661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5" creationId="{B2A80408-23A0-4607-CF0E-2578D57010B9}"/>
          </ac:spMkLst>
        </pc:spChg>
        <pc:spChg chg="add mod">
          <ac:chgData name="alvaro herrera" userId="e433adfdcf7e8d4e" providerId="LiveId" clId="{A5F5DAA1-C761-41F7-A3AA-37A9E35DAD41}" dt="2025-03-10T15:58:38.327" v="1027" actId="1076"/>
          <ac:spMkLst>
            <pc:docMk/>
            <pc:sldMk cId="975002621" sldId="420"/>
            <ac:spMk id="6" creationId="{CDA06B95-9A3E-573C-6F43-5F3A5E958FAD}"/>
          </ac:spMkLst>
        </pc:spChg>
        <pc:spChg chg="add mod">
          <ac:chgData name="alvaro herrera" userId="e433adfdcf7e8d4e" providerId="LiveId" clId="{A5F5DAA1-C761-41F7-A3AA-37A9E35DAD41}" dt="2025-03-10T15:57:34.357" v="1009" actId="208"/>
          <ac:spMkLst>
            <pc:docMk/>
            <pc:sldMk cId="975002621" sldId="420"/>
            <ac:spMk id="7" creationId="{8A37D94C-8893-8DB5-42CA-72EAF5576AA1}"/>
          </ac:spMkLst>
        </pc:spChg>
        <pc:spChg chg="add mod">
          <ac:chgData name="alvaro herrera" userId="e433adfdcf7e8d4e" providerId="LiveId" clId="{A5F5DAA1-C761-41F7-A3AA-37A9E35DAD41}" dt="2025-03-10T15:58:14.347" v="1025" actId="113"/>
          <ac:spMkLst>
            <pc:docMk/>
            <pc:sldMk cId="975002621" sldId="420"/>
            <ac:spMk id="8" creationId="{C35FAED9-6341-93D7-3FCB-BA70C648F190}"/>
          </ac:spMkLst>
        </pc:spChg>
        <pc:spChg chg="add mod">
          <ac:chgData name="alvaro herrera" userId="e433adfdcf7e8d4e" providerId="LiveId" clId="{A5F5DAA1-C761-41F7-A3AA-37A9E35DAD41}" dt="2025-03-10T15:58:03.079" v="1014" actId="1037"/>
          <ac:spMkLst>
            <pc:docMk/>
            <pc:sldMk cId="975002621" sldId="420"/>
            <ac:spMk id="9" creationId="{82CCE80A-037E-D663-6BAE-5AF8B10EF625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0" creationId="{0B659C74-4CFA-CED0-EFF2-29779E501FA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1" creationId="{0108F072-85B3-7DC8-C1F6-D287B95D3E6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2" creationId="{63CEDE63-4415-8543-341C-F5C894E8038B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3" creationId="{3FC64E13-1066-F005-36E6-1EC4799A09CD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4" creationId="{5D435AAA-3BAD-E322-09CA-6325981D7B86}"/>
          </ac:spMkLst>
        </pc:spChg>
        <pc:picChg chg="add mod">
          <ac:chgData name="alvaro herrera" userId="e433adfdcf7e8d4e" providerId="LiveId" clId="{A5F5DAA1-C761-41F7-A3AA-37A9E35DAD41}" dt="2025-03-10T15:54:34.923" v="982" actId="1076"/>
          <ac:picMkLst>
            <pc:docMk/>
            <pc:sldMk cId="975002621" sldId="420"/>
            <ac:picMk id="15" creationId="{96DE4667-2AC2-8FDC-CFB6-F0ADF3711411}"/>
          </ac:picMkLst>
        </pc:picChg>
        <pc:picChg chg="add mod">
          <ac:chgData name="alvaro herrera" userId="e433adfdcf7e8d4e" providerId="LiveId" clId="{A5F5DAA1-C761-41F7-A3AA-37A9E35DAD41}" dt="2025-03-10T15:55:12.202" v="1001" actId="1076"/>
          <ac:picMkLst>
            <pc:docMk/>
            <pc:sldMk cId="975002621" sldId="420"/>
            <ac:picMk id="16" creationId="{938E925F-2E66-F4B2-EF28-11EB194D7C6D}"/>
          </ac:picMkLst>
        </pc:picChg>
      </pc:sldChg>
      <pc:sldChg chg="addSp delSp modSp add mod">
        <pc:chgData name="alvaro herrera" userId="e433adfdcf7e8d4e" providerId="LiveId" clId="{A5F5DAA1-C761-41F7-A3AA-37A9E35DAD41}" dt="2025-03-10T15:59:53.094" v="1075" actId="20577"/>
        <pc:sldMkLst>
          <pc:docMk/>
          <pc:sldMk cId="1290328248" sldId="421"/>
        </pc:sldMkLst>
        <pc:spChg chg="mod">
          <ac:chgData name="alvaro herrera" userId="e433adfdcf7e8d4e" providerId="LiveId" clId="{A5F5DAA1-C761-41F7-A3AA-37A9E35DAD41}" dt="2025-03-10T15:59:53.094" v="1075" actId="20577"/>
          <ac:spMkLst>
            <pc:docMk/>
            <pc:sldMk cId="1290328248" sldId="421"/>
            <ac:spMk id="2" creationId="{A0894FDA-7AA7-6141-7BD6-F075D9EE0866}"/>
          </ac:spMkLst>
        </pc:spChg>
        <pc:spChg chg="mod">
          <ac:chgData name="alvaro herrera" userId="e433adfdcf7e8d4e" providerId="LiveId" clId="{A5F5DAA1-C761-41F7-A3AA-37A9E35DAD41}" dt="2025-03-10T15:59:40.293" v="1059" actId="113"/>
          <ac:spMkLst>
            <pc:docMk/>
            <pc:sldMk cId="1290328248" sldId="421"/>
            <ac:spMk id="6" creationId="{5967ACC0-617B-EC6B-FAAA-A12F1197CBBB}"/>
          </ac:spMkLst>
        </pc:spChg>
        <pc:spChg chg="del">
          <ac:chgData name="alvaro herrera" userId="e433adfdcf7e8d4e" providerId="LiveId" clId="{A5F5DAA1-C761-41F7-A3AA-37A9E35DAD41}" dt="2025-03-10T15:51:52.653" v="951" actId="478"/>
          <ac:spMkLst>
            <pc:docMk/>
            <pc:sldMk cId="1290328248" sldId="421"/>
            <ac:spMk id="7" creationId="{880C31AD-9430-B1F2-1A3A-1C3A78478CBE}"/>
          </ac:spMkLst>
        </pc:spChg>
        <pc:spChg chg="mod">
          <ac:chgData name="alvaro herrera" userId="e433adfdcf7e8d4e" providerId="LiveId" clId="{A5F5DAA1-C761-41F7-A3AA-37A9E35DAD41}" dt="2025-03-10T15:59:36.946" v="1058" actId="113"/>
          <ac:spMkLst>
            <pc:docMk/>
            <pc:sldMk cId="1290328248" sldId="421"/>
            <ac:spMk id="8" creationId="{C416B1A2-3EFA-E662-89C2-F515E998C28B}"/>
          </ac:spMkLst>
        </pc:spChg>
        <pc:spChg chg="del">
          <ac:chgData name="alvaro herrera" userId="e433adfdcf7e8d4e" providerId="LiveId" clId="{A5F5DAA1-C761-41F7-A3AA-37A9E35DAD41}" dt="2025-03-10T15:51:17.562" v="917" actId="478"/>
          <ac:spMkLst>
            <pc:docMk/>
            <pc:sldMk cId="1290328248" sldId="421"/>
            <ac:spMk id="9" creationId="{ABAD1CCC-D104-6F14-315B-9C031942F330}"/>
          </ac:spMkLst>
        </pc:spChg>
        <pc:picChg chg="add mod">
          <ac:chgData name="alvaro herrera" userId="e433adfdcf7e8d4e" providerId="LiveId" clId="{A5F5DAA1-C761-41F7-A3AA-37A9E35DAD41}" dt="2025-03-10T15:59:31.011" v="1042" actId="1037"/>
          <ac:picMkLst>
            <pc:docMk/>
            <pc:sldMk cId="1290328248" sldId="421"/>
            <ac:picMk id="1026" creationId="{9ADE2C34-F03E-C6F6-1528-3255ABC79960}"/>
          </ac:picMkLst>
        </pc:picChg>
        <pc:picChg chg="add del mod">
          <ac:chgData name="alvaro herrera" userId="e433adfdcf7e8d4e" providerId="LiveId" clId="{A5F5DAA1-C761-41F7-A3AA-37A9E35DAD41}" dt="2025-03-10T15:53:38.229" v="973" actId="478"/>
          <ac:picMkLst>
            <pc:docMk/>
            <pc:sldMk cId="1290328248" sldId="421"/>
            <ac:picMk id="1028" creationId="{C861933A-358F-8E4D-6D70-E66566A928CC}"/>
          </ac:picMkLst>
        </pc:picChg>
        <pc:picChg chg="add mod">
          <ac:chgData name="alvaro herrera" userId="e433adfdcf7e8d4e" providerId="LiveId" clId="{A5F5DAA1-C761-41F7-A3AA-37A9E35DAD41}" dt="2025-03-10T15:53:48.503" v="976" actId="1076"/>
          <ac:picMkLst>
            <pc:docMk/>
            <pc:sldMk cId="1290328248" sldId="421"/>
            <ac:picMk id="1030" creationId="{4E14F677-FBB9-28AD-4A47-04E2D0D759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11-03-2026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32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94D3126-60C7-3606-2CBE-8901C1B3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="" xmlns:a16="http://schemas.microsoft.com/office/drawing/2014/main" id="{9D7BA531-3249-9560-0088-04D342453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="" xmlns:a16="http://schemas.microsoft.com/office/drawing/2014/main" id="{85A535CB-625E-4E8D-279F-3468D857E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31F9DDA0-D9B1-F2E2-BC57-10352A411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840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1729228-EDEC-37C2-D939-91F861AE6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="" xmlns:a16="http://schemas.microsoft.com/office/drawing/2014/main" id="{98BE241E-8868-F79F-2934-903E4FF5F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="" xmlns:a16="http://schemas.microsoft.com/office/drawing/2014/main" id="{5CEB73C9-B78A-163D-9C26-745A73687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D0CE70C7-C0E8-8553-386B-D64A221C1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1335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6BD3B5-CCBF-6F75-64EF-2137B90A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="" xmlns:a16="http://schemas.microsoft.com/office/drawing/2014/main" id="{609BA8FB-1243-EBEA-911A-8CFDE835F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="" xmlns:a16="http://schemas.microsoft.com/office/drawing/2014/main" id="{11C3D80A-08E2-90D5-515A-74765FB6E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8FBB4B25-6C36-313C-DF0D-E326F7CD2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5934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=""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=""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=""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=""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=""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=""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=""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=""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=""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=""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=""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=""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=""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=""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=""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=""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=""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=""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=""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=""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=""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=""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=""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=""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=""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=""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=""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=""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=""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=""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=""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=""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=""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=""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=""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z="3800" spc="-10" dirty="0"/>
              <a:t>BDY1102</a:t>
            </a:r>
            <a:br>
              <a:rPr lang="es-CL" sz="3800" spc="-10" dirty="0"/>
            </a:br>
            <a:r>
              <a:rPr lang="es-CL" b="0" spc="-10" dirty="0"/>
              <a:t>Clase</a:t>
            </a:r>
            <a:r>
              <a:rPr lang="es-CL" sz="3800" b="0" dirty="0"/>
              <a:t>: </a:t>
            </a:r>
            <a:r>
              <a:rPr lang="es-CL" b="0" dirty="0"/>
              <a:t>BASE DE DATOS APLICADA II</a:t>
            </a:r>
            <a:endParaRPr lang="es-CL" sz="38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¿EXISTE ALGUNA SIMILITUD?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5967ACC0-617B-EC6B-FAAA-A12F1197CBBB}"/>
              </a:ext>
            </a:extLst>
          </p:cNvPr>
          <p:cNvSpPr txBox="1"/>
          <p:nvPr/>
        </p:nvSpPr>
        <p:spPr>
          <a:xfrm>
            <a:off x="2203450" y="1768475"/>
            <a:ext cx="1237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SQL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C416B1A2-3EFA-E662-89C2-F515E998C28B}"/>
              </a:ext>
            </a:extLst>
          </p:cNvPr>
          <p:cNvSpPr txBox="1"/>
          <p:nvPr/>
        </p:nvSpPr>
        <p:spPr>
          <a:xfrm>
            <a:off x="12947650" y="1768475"/>
            <a:ext cx="34307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LAPICES BIC</a:t>
            </a:r>
          </a:p>
        </p:txBody>
      </p:sp>
      <p:pic>
        <p:nvPicPr>
          <p:cNvPr id="1026" name="Picture 2" descr="La historia del bolígrafo Bic de József László Bíró - En provincia">
            <a:extLst>
              <a:ext uri="{FF2B5EF4-FFF2-40B4-BE49-F238E27FC236}">
                <a16:creationId xmlns="" xmlns:a16="http://schemas.microsoft.com/office/drawing/2014/main" id="{9ADE2C34-F03E-C6F6-1528-3255ABC79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0" y="3071595"/>
            <a:ext cx="8756650" cy="549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L Database | Custom software | Netgen">
            <a:extLst>
              <a:ext uri="{FF2B5EF4-FFF2-40B4-BE49-F238E27FC236}">
                <a16:creationId xmlns="" xmlns:a16="http://schemas.microsoft.com/office/drawing/2014/main" id="{4E14F677-FBB9-28AD-4A47-04E2D0D75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50" y="2791578"/>
            <a:ext cx="6202734" cy="620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32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2C2BCE2-A9E2-DCB8-91B2-4F5EB2D7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A43B8A7-9FD5-22BD-07C7-B3729D0E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4800" dirty="0" smtClean="0"/>
              <a:t>DOCENTE</a:t>
            </a:r>
            <a:endParaRPr lang="es-CL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" y="1772963"/>
            <a:ext cx="15544800" cy="898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0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2C2BCE2-A9E2-DCB8-91B2-4F5EB2D7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A43B8A7-9FD5-22BD-07C7-B3729D0E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4800" dirty="0"/>
              <a:t>HISTORIA DE SQL – LAPIZ BIC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CDA06B95-9A3E-573C-6F43-5F3A5E958FAD}"/>
              </a:ext>
            </a:extLst>
          </p:cNvPr>
          <p:cNvSpPr txBox="1"/>
          <p:nvPr/>
        </p:nvSpPr>
        <p:spPr>
          <a:xfrm>
            <a:off x="2203450" y="2365200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SQL (55 AÑOS)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8A37D94C-8893-8DB5-42CA-72EAF5576AA1}"/>
              </a:ext>
            </a:extLst>
          </p:cNvPr>
          <p:cNvSpPr txBox="1"/>
          <p:nvPr/>
        </p:nvSpPr>
        <p:spPr>
          <a:xfrm>
            <a:off x="2203450" y="3444875"/>
            <a:ext cx="8153400" cy="65556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El lenguaje de consulta estructurada (SQL) se inventó en la década de 1970. </a:t>
            </a:r>
          </a:p>
          <a:p>
            <a:pPr marL="571500" indent="-571500" algn="just">
              <a:buFontTx/>
              <a:buChar char="-"/>
            </a:pPr>
            <a:endParaRPr lang="es-ES" sz="2800" dirty="0">
              <a:solidFill>
                <a:srgbClr val="001D35"/>
              </a:solidFill>
              <a:latin typeface="Google Sans"/>
            </a:endParaRPr>
          </a:p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Los científicos de IBM Donald </a:t>
            </a:r>
            <a:r>
              <a:rPr lang="es-ES" sz="2800" b="0" i="0" dirty="0" err="1">
                <a:solidFill>
                  <a:srgbClr val="001D35"/>
                </a:solidFill>
                <a:effectLst/>
                <a:latin typeface="Google Sans"/>
              </a:rPr>
              <a:t>Chamberlin</a:t>
            </a: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 y Raymond Boyce desarrollaron SQL. </a:t>
            </a:r>
          </a:p>
          <a:p>
            <a:pPr marL="571500" indent="-571500" algn="just">
              <a:buFontTx/>
              <a:buChar char="-"/>
            </a:pPr>
            <a:endParaRPr lang="es-ES" sz="28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Inicialmente se llamó SEQUEL, siglas de "</a:t>
            </a:r>
            <a:r>
              <a:rPr lang="es-ES" sz="2800" b="0" i="0" dirty="0" err="1">
                <a:solidFill>
                  <a:srgbClr val="001D35"/>
                </a:solidFill>
                <a:effectLst/>
                <a:latin typeface="Google Sans"/>
              </a:rPr>
              <a:t>Structured</a:t>
            </a: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 English </a:t>
            </a:r>
            <a:r>
              <a:rPr lang="es-ES" sz="2800" b="0" i="0" dirty="0" err="1">
                <a:solidFill>
                  <a:srgbClr val="001D35"/>
                </a:solidFill>
                <a:effectLst/>
                <a:latin typeface="Google Sans"/>
              </a:rPr>
              <a:t>Query</a:t>
            </a: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s-ES" sz="2800" b="0" i="0" dirty="0" err="1">
                <a:solidFill>
                  <a:srgbClr val="001D35"/>
                </a:solidFill>
                <a:effectLst/>
                <a:latin typeface="Google Sans"/>
              </a:rPr>
              <a:t>Language</a:t>
            </a: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. </a:t>
            </a:r>
          </a:p>
          <a:p>
            <a:pPr marL="571500" indent="-571500" algn="just">
              <a:buFontTx/>
              <a:buChar char="-"/>
            </a:pPr>
            <a:endParaRPr lang="es-ES" sz="2800" dirty="0">
              <a:solidFill>
                <a:srgbClr val="001D35"/>
              </a:solidFill>
              <a:latin typeface="Google Sans"/>
            </a:endParaRPr>
          </a:p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En 1979, IBM comercializó SQL. </a:t>
            </a:r>
          </a:p>
          <a:p>
            <a:pPr marL="571500" indent="-571500" algn="just">
              <a:buFontTx/>
              <a:buChar char="-"/>
            </a:pPr>
            <a:endParaRPr lang="es-ES" sz="28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En 1986, el Instituto Nacional Estadounidense de Estándares (ANSI) y la Organización Internacional de Normalización (ISO) estandarizaron SQL. </a:t>
            </a:r>
          </a:p>
          <a:p>
            <a:pPr algn="just"/>
            <a:endParaRPr lang="es-ES" sz="2800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C35FAED9-6341-93D7-3FCB-BA70C648F190}"/>
              </a:ext>
            </a:extLst>
          </p:cNvPr>
          <p:cNvSpPr txBox="1"/>
          <p:nvPr/>
        </p:nvSpPr>
        <p:spPr>
          <a:xfrm>
            <a:off x="10661650" y="2363710"/>
            <a:ext cx="5370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LAPIZ BIC (75 AÑOS)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82CCE80A-037E-D663-6BAE-5AF8B10EF625}"/>
              </a:ext>
            </a:extLst>
          </p:cNvPr>
          <p:cNvSpPr txBox="1"/>
          <p:nvPr/>
        </p:nvSpPr>
        <p:spPr>
          <a:xfrm>
            <a:off x="10661650" y="3434458"/>
            <a:ext cx="8153400" cy="6555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En 1950, </a:t>
            </a:r>
            <a:r>
              <a:rPr lang="es-ES" sz="2800" b="0" i="0" dirty="0" err="1">
                <a:solidFill>
                  <a:srgbClr val="001D35"/>
                </a:solidFill>
                <a:effectLst/>
                <a:latin typeface="Google Sans"/>
              </a:rPr>
              <a:t>Bich</a:t>
            </a: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 lanzó su propio bolígrafo bajo la marca BIC.</a:t>
            </a:r>
          </a:p>
          <a:p>
            <a:pPr marL="571500" indent="-571500" algn="just">
              <a:buFontTx/>
              <a:buChar char="-"/>
            </a:pPr>
            <a:endParaRPr lang="es-ES" sz="2800" dirty="0">
              <a:solidFill>
                <a:srgbClr val="001D35"/>
              </a:solidFill>
              <a:latin typeface="Google Sans"/>
            </a:endParaRPr>
          </a:p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En 1959, BIC llevó su bolígrafo al mercado norteamericano. </a:t>
            </a:r>
          </a:p>
          <a:p>
            <a:pPr marL="571500" indent="-571500" algn="just">
              <a:buFontTx/>
              <a:buChar char="-"/>
            </a:pPr>
            <a:endParaRPr lang="es-ES" sz="2800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En 1970, </a:t>
            </a:r>
            <a:r>
              <a:rPr lang="es-ES" sz="2800" b="0" i="0" dirty="0" err="1">
                <a:solidFill>
                  <a:srgbClr val="001D35"/>
                </a:solidFill>
                <a:effectLst/>
                <a:latin typeface="Google Sans"/>
              </a:rPr>
              <a:t>Bich</a:t>
            </a: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 creó el bolígrafo BIC de cuatro colores. </a:t>
            </a:r>
          </a:p>
          <a:p>
            <a:pPr marL="571500" indent="-571500" algn="just">
              <a:buFontTx/>
              <a:buChar char="-"/>
            </a:pPr>
            <a:endParaRPr lang="es-ES" sz="2800" dirty="0">
              <a:solidFill>
                <a:srgbClr val="001D35"/>
              </a:solidFill>
              <a:latin typeface="Google Sans"/>
            </a:endParaRPr>
          </a:p>
          <a:p>
            <a:pPr marL="571500" indent="-571500" algn="just">
              <a:buFontTx/>
              <a:buChar char="-"/>
            </a:pPr>
            <a:r>
              <a:rPr lang="es-ES" sz="2800" b="0" i="0" dirty="0">
                <a:solidFill>
                  <a:srgbClr val="001D35"/>
                </a:solidFill>
                <a:effectLst/>
                <a:latin typeface="Google Sans"/>
              </a:rPr>
              <a:t>En los años siguientes, BIC amplió su gama de productos e introdujo encendedores, maquinillas de afeitar, artículos de dibujo y productos para la corrección</a:t>
            </a:r>
            <a:endParaRPr lang="es-ES" sz="2800" dirty="0"/>
          </a:p>
        </p:txBody>
      </p:sp>
      <p:pic>
        <p:nvPicPr>
          <p:cNvPr id="15" name="Picture 6" descr="SQL Database | Custom software | Netgen">
            <a:extLst>
              <a:ext uri="{FF2B5EF4-FFF2-40B4-BE49-F238E27FC236}">
                <a16:creationId xmlns="" xmlns:a16="http://schemas.microsoft.com/office/drawing/2014/main" id="{96DE4667-2AC2-8FDC-CFB6-F0ADF3711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405" y="1453258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La historia del bolígrafo Bic de József László Bíró - En provincia">
            <a:extLst>
              <a:ext uri="{FF2B5EF4-FFF2-40B4-BE49-F238E27FC236}">
                <a16:creationId xmlns="" xmlns:a16="http://schemas.microsoft.com/office/drawing/2014/main" id="{938E925F-2E66-F4B2-EF28-11EB194D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2946" y="1258080"/>
            <a:ext cx="2889250" cy="181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00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=""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=""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5357557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200" dirty="0"/>
              <a:t>Generar Script en SQL </a:t>
            </a:r>
            <a:r>
              <a:rPr lang="es-CL" sz="3200" dirty="0" err="1"/>
              <a:t>Developer</a:t>
            </a:r>
            <a:r>
              <a:rPr lang="es-CL" sz="3200" dirty="0"/>
              <a:t> - </a:t>
            </a:r>
            <a:r>
              <a:rPr lang="es-CL" sz="3200" dirty="0" err="1"/>
              <a:t>Modeler</a:t>
            </a:r>
            <a:endParaRPr lang="es-CL" sz="3000" dirty="0"/>
          </a:p>
        </p:txBody>
      </p:sp>
      <p:sp>
        <p:nvSpPr>
          <p:cNvPr id="13" name="Título 1">
            <a:extLst>
              <a:ext uri="{FF2B5EF4-FFF2-40B4-BE49-F238E27FC236}">
                <a16:creationId xmlns="" xmlns:a16="http://schemas.microsoft.com/office/drawing/2014/main" id="{EE8DCEDB-0701-9E4F-B841-31F2AEF95FCF}"/>
              </a:ext>
            </a:extLst>
          </p:cNvPr>
          <p:cNvSpPr txBox="1">
            <a:spLocks/>
          </p:cNvSpPr>
          <p:nvPr/>
        </p:nvSpPr>
        <p:spPr>
          <a:xfrm>
            <a:off x="14771968" y="478248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 sz="3000" dirty="0"/>
              <a:t>Visión Global</a:t>
            </a:r>
            <a:endParaRPr lang="es-CL" sz="3000" dirty="0"/>
          </a:p>
        </p:txBody>
      </p:sp>
      <p:sp>
        <p:nvSpPr>
          <p:cNvPr id="14" name="Título 1">
            <a:extLst>
              <a:ext uri="{FF2B5EF4-FFF2-40B4-BE49-F238E27FC236}">
                <a16:creationId xmlns=""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="" xmlns:a16="http://schemas.microsoft.com/office/drawing/2014/main" id="{AC1579C5-4858-4D42-8518-8DA881E7E42D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="" xmlns:a16="http://schemas.microsoft.com/office/drawing/2014/main" id="{B7BC9C2C-1609-FF42-8176-8EB1FA8D8551}"/>
              </a:ext>
            </a:extLst>
          </p:cNvPr>
          <p:cNvSpPr txBox="1">
            <a:spLocks/>
          </p:cNvSpPr>
          <p:nvPr/>
        </p:nvSpPr>
        <p:spPr>
          <a:xfrm>
            <a:off x="14779065" y="7026177"/>
            <a:ext cx="418390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MX" sz="3000" dirty="0"/>
              <a:t>Conexión BD-Cloud</a:t>
            </a:r>
            <a:endParaRPr lang="es-CL" sz="3000" dirty="0"/>
          </a:p>
        </p:txBody>
      </p:sp>
      <p:sp>
        <p:nvSpPr>
          <p:cNvPr id="19" name="Título 1">
            <a:extLst>
              <a:ext uri="{FF2B5EF4-FFF2-40B4-BE49-F238E27FC236}">
                <a16:creationId xmlns="" xmlns:a16="http://schemas.microsoft.com/office/drawing/2014/main" id="{20BE2EF9-7124-C94F-B2CA-C7A9C485A48E}"/>
              </a:ext>
            </a:extLst>
          </p:cNvPr>
          <p:cNvSpPr txBox="1">
            <a:spLocks/>
          </p:cNvSpPr>
          <p:nvPr/>
        </p:nvSpPr>
        <p:spPr>
          <a:xfrm>
            <a:off x="14656174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=""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Unidades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15DC5B8-ADAA-3B41-B124-B4C0C06EF7ED}"/>
              </a:ext>
            </a:extLst>
          </p:cNvPr>
          <p:cNvSpPr txBox="1">
            <a:spLocks/>
          </p:cNvSpPr>
          <p:nvPr/>
        </p:nvSpPr>
        <p:spPr>
          <a:xfrm>
            <a:off x="9617262" y="9269866"/>
            <a:ext cx="457909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Crear Tablas e Insertar datos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0D1114FB-F8C2-BBD4-9394-5C042226D023}"/>
              </a:ext>
            </a:extLst>
          </p:cNvPr>
          <p:cNvSpPr txBox="1">
            <a:spLocks/>
          </p:cNvSpPr>
          <p:nvPr/>
        </p:nvSpPr>
        <p:spPr>
          <a:xfrm>
            <a:off x="9518650" y="8507866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05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7B77EE9E-1126-B5E4-3C5C-419A6B98AC3A}"/>
              </a:ext>
            </a:extLst>
          </p:cNvPr>
          <p:cNvSpPr txBox="1">
            <a:spLocks/>
          </p:cNvSpPr>
          <p:nvPr/>
        </p:nvSpPr>
        <p:spPr>
          <a:xfrm>
            <a:off x="14700250" y="8474075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06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="" xmlns:a16="http://schemas.microsoft.com/office/drawing/2014/main" id="{9529AEC5-13BD-653A-F972-035A69663D91}"/>
              </a:ext>
            </a:extLst>
          </p:cNvPr>
          <p:cNvSpPr txBox="1">
            <a:spLocks/>
          </p:cNvSpPr>
          <p:nvPr/>
        </p:nvSpPr>
        <p:spPr>
          <a:xfrm>
            <a:off x="14779065" y="923869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Generar QUERYS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650" y="7559675"/>
            <a:ext cx="12649200" cy="1015663"/>
          </a:xfrm>
        </p:spPr>
        <p:txBody>
          <a:bodyPr/>
          <a:lstStyle/>
          <a:p>
            <a:r>
              <a:rPr lang="es-CL" sz="6600" dirty="0"/>
              <a:t>UNIDADES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4800" dirty="0"/>
              <a:t>UNIDADES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49CAB5BC-5A14-4039-B5DE-FC66EF176185}"/>
              </a:ext>
            </a:extLst>
          </p:cNvPr>
          <p:cNvSpPr txBox="1"/>
          <p:nvPr/>
        </p:nvSpPr>
        <p:spPr>
          <a:xfrm>
            <a:off x="1060450" y="1960106"/>
            <a:ext cx="1813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OBJETIVO PRINCIPAL </a:t>
            </a:r>
          </a:p>
          <a:p>
            <a:pPr algn="just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Capacitar a los estudiantes en la construcción de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sentencias SQL avanzadas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, aplicando conceptos complejos como funciones, condiciones, operadores,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de tablas y subconsultas. Además, se espera que los estudiantes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manipulen datos, controlen y mejoren el acceso a la Base de Datos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, a su vez sean capaces de construir </a:t>
            </a:r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bloques PL/SQL 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anónimos para procesar y generar información según los requisitos establecidos.</a:t>
            </a:r>
            <a:endParaRPr lang="es-ES" sz="2400" b="1" i="0" u="none" strike="noStrike" baseline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="" xmlns:a16="http://schemas.microsoft.com/office/drawing/2014/main" id="{43489040-82F0-1A7E-D719-80EA64EDC5DF}"/>
              </a:ext>
            </a:extLst>
          </p:cNvPr>
          <p:cNvSpPr/>
          <p:nvPr/>
        </p:nvSpPr>
        <p:spPr>
          <a:xfrm>
            <a:off x="1212850" y="4589350"/>
            <a:ext cx="5449680" cy="68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1 </a:t>
            </a:r>
          </a:p>
          <a:p>
            <a:pPr algn="ctr"/>
            <a:r>
              <a:rPr lang="es-E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(35%)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="" xmlns:a16="http://schemas.microsoft.com/office/drawing/2014/main" id="{FC87C1DB-0E93-019D-E006-2FB4927189DE}"/>
              </a:ext>
            </a:extLst>
          </p:cNvPr>
          <p:cNvSpPr/>
          <p:nvPr/>
        </p:nvSpPr>
        <p:spPr>
          <a:xfrm>
            <a:off x="1212850" y="5273349"/>
            <a:ext cx="5449680" cy="399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s-ES" sz="28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Construyendo sentencias de recuperación de datos</a:t>
            </a:r>
            <a:endParaRPr lang="es-ES" sz="28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2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2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RA1</a:t>
            </a:r>
            <a:r>
              <a:rPr lang="es-ES" sz="2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ES" sz="2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Construye sentencias SQL, aplicando conceptos de mayor complejidad asociados a funciones, condiciones, operadores, </a:t>
            </a:r>
            <a:r>
              <a:rPr lang="es-ES" sz="2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  <a:r>
              <a:rPr lang="es-ES" sz="2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tablas y subconsultas, que permitan la obtención de información, de acuerdo con los requerimientos planteados.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E1E279E1-8230-C574-3311-F69AAE2AE95C}"/>
              </a:ext>
            </a:extLst>
          </p:cNvPr>
          <p:cNvSpPr/>
          <p:nvPr/>
        </p:nvSpPr>
        <p:spPr>
          <a:xfrm>
            <a:off x="7457937" y="4587875"/>
            <a:ext cx="5449680" cy="68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2</a:t>
            </a:r>
          </a:p>
          <a:p>
            <a:pPr algn="ctr"/>
            <a:r>
              <a:rPr lang="es-E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(30%)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03491497-30D0-5ACA-8566-FFC4574B13E9}"/>
              </a:ext>
            </a:extLst>
          </p:cNvPr>
          <p:cNvSpPr/>
          <p:nvPr/>
        </p:nvSpPr>
        <p:spPr>
          <a:xfrm>
            <a:off x="7457937" y="5273350"/>
            <a:ext cx="5449680" cy="39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s-ES" sz="28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Gestión de usuarios, vistas y objetos de la base de datos</a:t>
            </a:r>
          </a:p>
          <a:p>
            <a:pPr algn="just"/>
            <a:endParaRPr lang="es-ES" sz="240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RA2</a:t>
            </a:r>
            <a:r>
              <a:rPr lang="es-E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E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Construye sentencias SQL para manipular datos de las tablas, controlar y mejorar el acceso de los datos almacenados en la Base de Datos, de acuerdo con los requerimientos planteados.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="" xmlns:a16="http://schemas.microsoft.com/office/drawing/2014/main" id="{BDBEA81A-6218-A2D4-388D-B2E792DC0804}"/>
              </a:ext>
            </a:extLst>
          </p:cNvPr>
          <p:cNvSpPr/>
          <p:nvPr/>
        </p:nvSpPr>
        <p:spPr>
          <a:xfrm>
            <a:off x="13593970" y="4587875"/>
            <a:ext cx="5449680" cy="684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3</a:t>
            </a:r>
          </a:p>
          <a:p>
            <a:pPr algn="ctr"/>
            <a:r>
              <a:rPr lang="es-ES" sz="20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(35%)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="" xmlns:a16="http://schemas.microsoft.com/office/drawing/2014/main" id="{A4292FCC-E78E-B893-148D-137A00E306B6}"/>
              </a:ext>
            </a:extLst>
          </p:cNvPr>
          <p:cNvSpPr/>
          <p:nvPr/>
        </p:nvSpPr>
        <p:spPr>
          <a:xfrm>
            <a:off x="13593970" y="5273350"/>
            <a:ext cx="5449680" cy="399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es-ES" sz="28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Construyendo Bloques Anónimos PL/SQL Simple</a:t>
            </a:r>
          </a:p>
          <a:p>
            <a:pPr algn="just"/>
            <a:endParaRPr lang="es-ES" sz="24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RA3</a:t>
            </a:r>
            <a:r>
              <a:rPr lang="es-E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E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Construye bloques PL/SQL anónimos simples, para procesar y generar información en la base de datos, de acuerdo con los requerimientos planteados.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="" xmlns:a16="http://schemas.microsoft.com/office/drawing/2014/main" id="{C7D1FE3E-DB8D-DBAD-5B29-B0B7EC6CEDFE}"/>
              </a:ext>
            </a:extLst>
          </p:cNvPr>
          <p:cNvSpPr/>
          <p:nvPr/>
        </p:nvSpPr>
        <p:spPr>
          <a:xfrm>
            <a:off x="1212850" y="9388475"/>
            <a:ext cx="17830799" cy="6364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s-ES" sz="24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EXAMEN TRANSVERSAL (40%)</a:t>
            </a:r>
            <a:r>
              <a:rPr lang="es-E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DA36F971-98A7-C25E-B5E1-51AE9F8EB613}"/>
              </a:ext>
            </a:extLst>
          </p:cNvPr>
          <p:cNvSpPr txBox="1"/>
          <p:nvPr/>
        </p:nvSpPr>
        <p:spPr>
          <a:xfrm>
            <a:off x="1289050" y="9460210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/>
              <a:t>Unidades 60%</a:t>
            </a:r>
          </a:p>
        </p:txBody>
      </p:sp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VISIÓN GLOBAL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VISIÓN GLOBAL</a:t>
            </a:r>
            <a:endParaRPr lang="es-CL" dirty="0"/>
          </a:p>
        </p:txBody>
      </p:sp>
      <p:pic>
        <p:nvPicPr>
          <p:cNvPr id="1028" name="Picture 4" descr="How to build an Oracle Database application (that supports APEX, Java,  React or any other front-end) (4) - AMIS Technology Blog | Oracle -  Microsoft Azure">
            <a:extLst>
              <a:ext uri="{FF2B5EF4-FFF2-40B4-BE49-F238E27FC236}">
                <a16:creationId xmlns="" xmlns:a16="http://schemas.microsoft.com/office/drawing/2014/main" id="{8B31B9E0-D0BD-DE47-EEC4-F4AB64C77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2914277"/>
            <a:ext cx="5401733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FCE363D9-C9B4-D90A-E39D-9E5A6832DD3C}"/>
              </a:ext>
            </a:extLst>
          </p:cNvPr>
          <p:cNvSpPr txBox="1"/>
          <p:nvPr/>
        </p:nvSpPr>
        <p:spPr>
          <a:xfrm>
            <a:off x="1611127" y="1976418"/>
            <a:ext cx="32335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b="1" dirty="0"/>
              <a:t>SQL DEVELOPER</a:t>
            </a:r>
          </a:p>
          <a:p>
            <a:pPr algn="ctr"/>
            <a:r>
              <a:rPr lang="es-ES" sz="2800" b="1" dirty="0"/>
              <a:t>(Data </a:t>
            </a:r>
            <a:r>
              <a:rPr lang="es-ES" sz="2800" b="1" dirty="0" err="1"/>
              <a:t>Modeler</a:t>
            </a:r>
            <a:r>
              <a:rPr lang="es-ES" sz="2800" b="1" dirty="0"/>
              <a:t>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71384F4C-6D2D-72A3-AB44-3D884038C5CA}"/>
              </a:ext>
            </a:extLst>
          </p:cNvPr>
          <p:cNvSpPr txBox="1"/>
          <p:nvPr/>
        </p:nvSpPr>
        <p:spPr>
          <a:xfrm>
            <a:off x="914401" y="6364823"/>
            <a:ext cx="54017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2400" dirty="0"/>
              <a:t>Construir Modelo Conceptual.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Identificar ajustes en la configuración para generar el MER.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Generar DDL para crear las tablas del modelo.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Revisar Script de creación de tablas.</a:t>
            </a:r>
          </a:p>
        </p:txBody>
      </p:sp>
      <p:pic>
        <p:nvPicPr>
          <p:cNvPr id="1030" name="Picture 6" descr="Oracle ofrece formación y certificación gratuitas para su infraestructura  en la nube | Data Center Market">
            <a:extLst>
              <a:ext uri="{FF2B5EF4-FFF2-40B4-BE49-F238E27FC236}">
                <a16:creationId xmlns="" xmlns:a16="http://schemas.microsoft.com/office/drawing/2014/main" id="{E3FE34A0-798C-452B-9841-4C0520EEE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735" y="2914277"/>
            <a:ext cx="554136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echa: cheurón 5">
            <a:extLst>
              <a:ext uri="{FF2B5EF4-FFF2-40B4-BE49-F238E27FC236}">
                <a16:creationId xmlns="" xmlns:a16="http://schemas.microsoft.com/office/drawing/2014/main" id="{96BA4F37-1236-A45F-6D16-DB46F60A64DD}"/>
              </a:ext>
            </a:extLst>
          </p:cNvPr>
          <p:cNvSpPr/>
          <p:nvPr/>
        </p:nvSpPr>
        <p:spPr>
          <a:xfrm>
            <a:off x="6623050" y="4725810"/>
            <a:ext cx="685800" cy="556736"/>
          </a:xfrm>
          <a:prstGeom prst="chevr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7" name="Flecha: cheurón 6">
            <a:extLst>
              <a:ext uri="{FF2B5EF4-FFF2-40B4-BE49-F238E27FC236}">
                <a16:creationId xmlns="" xmlns:a16="http://schemas.microsoft.com/office/drawing/2014/main" id="{AB5AD526-8CDF-028F-DF12-435C8A7D79F6}"/>
              </a:ext>
            </a:extLst>
          </p:cNvPr>
          <p:cNvSpPr/>
          <p:nvPr/>
        </p:nvSpPr>
        <p:spPr>
          <a:xfrm>
            <a:off x="13023850" y="4664295"/>
            <a:ext cx="685800" cy="556736"/>
          </a:xfrm>
          <a:prstGeom prst="chevr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C0A0B6C0-8603-3FC5-A212-C8B65104BBD2}"/>
              </a:ext>
            </a:extLst>
          </p:cNvPr>
          <p:cNvSpPr txBox="1"/>
          <p:nvPr/>
        </p:nvSpPr>
        <p:spPr>
          <a:xfrm>
            <a:off x="7830608" y="6241951"/>
            <a:ext cx="47816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2400" dirty="0"/>
              <a:t>Descripción Conceptual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Usuarios de </a:t>
            </a:r>
            <a:r>
              <a:rPr lang="es-ES" sz="2400" dirty="0" err="1"/>
              <a:t>conexion</a:t>
            </a:r>
            <a:endParaRPr lang="es-ES" sz="2400" dirty="0"/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 err="1"/>
              <a:t>Wallet</a:t>
            </a:r>
            <a:r>
              <a:rPr lang="es-ES" sz="2400" dirty="0"/>
              <a:t> de </a:t>
            </a:r>
            <a:r>
              <a:rPr lang="es-ES" sz="2400" dirty="0" err="1"/>
              <a:t>conexion</a:t>
            </a:r>
            <a:r>
              <a:rPr lang="es-ES" sz="2400" dirty="0"/>
              <a:t>.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Conexión a la Base de datos</a:t>
            </a:r>
          </a:p>
          <a:p>
            <a:endParaRPr lang="es-ES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23609081-59F5-7202-68CA-0973C5259BF0}"/>
              </a:ext>
            </a:extLst>
          </p:cNvPr>
          <p:cNvSpPr txBox="1"/>
          <p:nvPr/>
        </p:nvSpPr>
        <p:spPr>
          <a:xfrm>
            <a:off x="8733423" y="1976418"/>
            <a:ext cx="26372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b="1" dirty="0"/>
              <a:t>BASE DATOS </a:t>
            </a:r>
          </a:p>
          <a:p>
            <a:pPr algn="ctr"/>
            <a:r>
              <a:rPr lang="es-ES" sz="2800" b="1" dirty="0"/>
              <a:t>(Nube)</a:t>
            </a:r>
          </a:p>
        </p:txBody>
      </p:sp>
      <p:pic>
        <p:nvPicPr>
          <p:cNvPr id="1032" name="Picture 8" descr="Is there a way to set default format for numbers the SQL Developer query  results? - Oracle Forums">
            <a:extLst>
              <a:ext uri="{FF2B5EF4-FFF2-40B4-BE49-F238E27FC236}">
                <a16:creationId xmlns="" xmlns:a16="http://schemas.microsoft.com/office/drawing/2014/main" id="{1C5F82A1-CBF9-A836-B7E7-1E5F65D1D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8605" y="2930525"/>
            <a:ext cx="4232645" cy="315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="" xmlns:a16="http://schemas.microsoft.com/office/drawing/2014/main" id="{FC7A56A9-C84A-DADB-74FF-3FAA16D2740D}"/>
              </a:ext>
            </a:extLst>
          </p:cNvPr>
          <p:cNvSpPr txBox="1"/>
          <p:nvPr/>
        </p:nvSpPr>
        <p:spPr>
          <a:xfrm>
            <a:off x="15273854" y="1976418"/>
            <a:ext cx="32335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b="1" dirty="0"/>
              <a:t>SQL DEVELOPER</a:t>
            </a:r>
          </a:p>
          <a:p>
            <a:pPr algn="ctr"/>
            <a:r>
              <a:rPr lang="es-ES" sz="2800" b="1" dirty="0"/>
              <a:t>(Tablas - </a:t>
            </a:r>
            <a:r>
              <a:rPr lang="es-ES" sz="2800" b="1" dirty="0" err="1"/>
              <a:t>Querys</a:t>
            </a:r>
            <a:r>
              <a:rPr lang="es-ES" sz="2800" b="1" dirty="0"/>
              <a:t>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="" xmlns:a16="http://schemas.microsoft.com/office/drawing/2014/main" id="{40ADEB5D-BB1D-7F86-BBAB-F554D41E8363}"/>
              </a:ext>
            </a:extLst>
          </p:cNvPr>
          <p:cNvSpPr txBox="1"/>
          <p:nvPr/>
        </p:nvSpPr>
        <p:spPr>
          <a:xfrm>
            <a:off x="14384118" y="6241951"/>
            <a:ext cx="45071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sz="2400" dirty="0"/>
              <a:t>Descripción general de la Herramienta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Crear Modelo de Datos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Poblar Modelo de datos</a:t>
            </a:r>
          </a:p>
          <a:p>
            <a:pPr marL="285750" indent="-285750">
              <a:buFontTx/>
              <a:buChar char="-"/>
            </a:pPr>
            <a:endParaRPr lang="es-ES" sz="2400" dirty="0"/>
          </a:p>
          <a:p>
            <a:pPr marL="285750" indent="-285750">
              <a:buFontTx/>
              <a:buChar char="-"/>
            </a:pPr>
            <a:r>
              <a:rPr lang="es-ES" sz="2400" dirty="0"/>
              <a:t>Construir </a:t>
            </a:r>
            <a:r>
              <a:rPr lang="es-ES" sz="2400" dirty="0" err="1"/>
              <a:t>Querys</a:t>
            </a:r>
            <a:endParaRPr lang="es-ES" sz="2400" dirty="0"/>
          </a:p>
          <a:p>
            <a:pPr lvl="2"/>
            <a:r>
              <a:rPr lang="es-ES" sz="2400" dirty="0"/>
              <a:t>	Complejidad Baja</a:t>
            </a:r>
          </a:p>
          <a:p>
            <a:pPr lvl="2"/>
            <a:r>
              <a:rPr lang="es-ES" sz="2400" dirty="0"/>
              <a:t>	Complejidad Media</a:t>
            </a:r>
          </a:p>
          <a:p>
            <a:pPr lvl="3"/>
            <a:r>
              <a:rPr lang="es-ES" sz="2400" dirty="0"/>
              <a:t>	Complejidad Media-Alta</a:t>
            </a:r>
          </a:p>
          <a:p>
            <a:pPr lvl="2"/>
            <a:r>
              <a:rPr lang="es-ES" sz="2400" dirty="0"/>
              <a:t>	Complejidad Alta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3046988"/>
          </a:xfrm>
        </p:spPr>
        <p:txBody>
          <a:bodyPr/>
          <a:lstStyle/>
          <a:p>
            <a:r>
              <a:rPr lang="es-CL" sz="6600" dirty="0"/>
              <a:t>GENERAR SCRIPT EN SQL DEVELOPER</a:t>
            </a:r>
            <a:br>
              <a:rPr lang="es-CL" sz="6600" dirty="0"/>
            </a:br>
            <a:r>
              <a:rPr lang="es-CL" sz="6600" dirty="0"/>
              <a:t>DATA MODELER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82" y="1432562"/>
            <a:ext cx="16944823" cy="8517554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64" name="Bocadillo: ovalado 63">
            <a:extLst>
              <a:ext uri="{FF2B5EF4-FFF2-40B4-BE49-F238E27FC236}">
                <a16:creationId xmlns="" xmlns:a16="http://schemas.microsoft.com/office/drawing/2014/main" id="{07CC4537-50E4-D489-3B92-48D146BB29A3}"/>
              </a:ext>
            </a:extLst>
          </p:cNvPr>
          <p:cNvSpPr/>
          <p:nvPr/>
        </p:nvSpPr>
        <p:spPr>
          <a:xfrm>
            <a:off x="9899650" y="2530475"/>
            <a:ext cx="2743200" cy="1524000"/>
          </a:xfrm>
          <a:prstGeom prst="wedgeEllipseCallout">
            <a:avLst>
              <a:gd name="adj1" fmla="val -243360"/>
              <a:gd name="adj2" fmla="val -7882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002060"/>
                </a:solidFill>
              </a:rPr>
              <a:t>Generar MER</a:t>
            </a:r>
          </a:p>
        </p:txBody>
      </p:sp>
    </p:spTree>
    <p:extLst>
      <p:ext uri="{BB962C8B-B14F-4D97-AF65-F5344CB8AC3E}">
        <p14:creationId xmlns:p14="http://schemas.microsoft.com/office/powerpoint/2010/main" val="369480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003572F-17A0-3F0E-567E-CDC13AD78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27" y="1408332"/>
            <a:ext cx="17097223" cy="8742143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F77BE3AE-B894-B87C-35E9-F0117B659F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7" name="Bocadillo: ovalado 6">
            <a:extLst>
              <a:ext uri="{FF2B5EF4-FFF2-40B4-BE49-F238E27FC236}">
                <a16:creationId xmlns="" xmlns:a16="http://schemas.microsoft.com/office/drawing/2014/main" id="{8DA22773-C74A-77D1-E6AB-EEE9F1536E6F}"/>
              </a:ext>
            </a:extLst>
          </p:cNvPr>
          <p:cNvSpPr/>
          <p:nvPr/>
        </p:nvSpPr>
        <p:spPr>
          <a:xfrm>
            <a:off x="9366250" y="6569075"/>
            <a:ext cx="2743200" cy="1524000"/>
          </a:xfrm>
          <a:prstGeom prst="wedgeEllipseCallout">
            <a:avLst>
              <a:gd name="adj1" fmla="val -63718"/>
              <a:gd name="adj2" fmla="val 143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002060"/>
                </a:solidFill>
              </a:rPr>
              <a:t>Generar MER</a:t>
            </a:r>
          </a:p>
        </p:txBody>
      </p:sp>
    </p:spTree>
    <p:extLst>
      <p:ext uri="{BB962C8B-B14F-4D97-AF65-F5344CB8AC3E}">
        <p14:creationId xmlns:p14="http://schemas.microsoft.com/office/powerpoint/2010/main" val="348012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BB3A720-0C05-7E36-3D80-D9F72B0F4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27" y="1432562"/>
            <a:ext cx="16840200" cy="8649901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B009997B-A013-0C75-7DF8-07BDF8FFBC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186C44C0-E879-A227-5310-0C9466A12F4A}"/>
              </a:ext>
            </a:extLst>
          </p:cNvPr>
          <p:cNvSpPr txBox="1"/>
          <p:nvPr/>
        </p:nvSpPr>
        <p:spPr>
          <a:xfrm>
            <a:off x="10966450" y="2835275"/>
            <a:ext cx="63246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solidFill>
                  <a:srgbClr val="C00000"/>
                </a:solidFill>
              </a:rPr>
              <a:t>WARNING…..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C00000"/>
                </a:solidFill>
              </a:rPr>
              <a:t>Los atributos  de las relaciones al ser traspasado a la entidad de destino incluyen el nombre de la entidad de origen.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rgbClr val="C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C00000"/>
                </a:solidFill>
              </a:rPr>
              <a:t>Al incluir el nombre de la entidad de origen en el  atributo aumenta la probabilidad que supere el LARGO MAXIMO de </a:t>
            </a:r>
            <a:r>
              <a:rPr lang="es-ES" sz="2000" b="1" dirty="0">
                <a:solidFill>
                  <a:srgbClr val="C00000"/>
                </a:solidFill>
              </a:rPr>
              <a:t>30 CARACTERES </a:t>
            </a:r>
            <a:r>
              <a:rPr lang="es-ES" sz="1600" b="1" dirty="0">
                <a:solidFill>
                  <a:srgbClr val="C00000"/>
                </a:solidFill>
              </a:rPr>
              <a:t>que permite la base de datos.</a:t>
            </a:r>
          </a:p>
        </p:txBody>
      </p:sp>
      <p:sp>
        <p:nvSpPr>
          <p:cNvPr id="15" name="Bocadillo: ovalado 9">
            <a:extLst>
              <a:ext uri="{FF2B5EF4-FFF2-40B4-BE49-F238E27FC236}">
                <a16:creationId xmlns="" xmlns:a16="http://schemas.microsoft.com/office/drawing/2014/main" id="{CBE7EDD4-8235-6AD2-7CE0-41673E2AFB47}"/>
              </a:ext>
            </a:extLst>
          </p:cNvPr>
          <p:cNvSpPr/>
          <p:nvPr/>
        </p:nvSpPr>
        <p:spPr>
          <a:xfrm>
            <a:off x="12795250" y="4965174"/>
            <a:ext cx="2368550" cy="1448469"/>
          </a:xfrm>
          <a:prstGeom prst="wedgeEllipseCallout">
            <a:avLst>
              <a:gd name="adj1" fmla="val -89917"/>
              <a:gd name="adj2" fmla="val 4145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Revisar atributo </a:t>
            </a:r>
            <a:r>
              <a:rPr lang="es-ES" dirty="0" smtClean="0">
                <a:solidFill>
                  <a:srgbClr val="002060"/>
                </a:solidFill>
              </a:rPr>
              <a:t>Comuna, Región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16" name="Bocadillo: ovalado 13">
            <a:extLst>
              <a:ext uri="{FF2B5EF4-FFF2-40B4-BE49-F238E27FC236}">
                <a16:creationId xmlns="" xmlns:a16="http://schemas.microsoft.com/office/drawing/2014/main" id="{A6971B33-CFCC-0B7B-894C-ABEAAD4C8AE2}"/>
              </a:ext>
            </a:extLst>
          </p:cNvPr>
          <p:cNvSpPr/>
          <p:nvPr/>
        </p:nvSpPr>
        <p:spPr>
          <a:xfrm>
            <a:off x="10980153" y="8321675"/>
            <a:ext cx="1600200" cy="1366897"/>
          </a:xfrm>
          <a:prstGeom prst="wedgeEllipseCallout">
            <a:avLst>
              <a:gd name="adj1" fmla="val -45978"/>
              <a:gd name="adj2" fmla="val -7387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Revisar atributo, Región</a:t>
            </a:r>
          </a:p>
        </p:txBody>
      </p:sp>
      <p:sp>
        <p:nvSpPr>
          <p:cNvPr id="17" name="Bocadillo: ovalado 11">
            <a:extLst>
              <a:ext uri="{FF2B5EF4-FFF2-40B4-BE49-F238E27FC236}">
                <a16:creationId xmlns="" xmlns:a16="http://schemas.microsoft.com/office/drawing/2014/main" id="{1FD76DFA-FED9-FF47-F605-7605C38D3F3D}"/>
              </a:ext>
            </a:extLst>
          </p:cNvPr>
          <p:cNvSpPr/>
          <p:nvPr/>
        </p:nvSpPr>
        <p:spPr>
          <a:xfrm>
            <a:off x="2127250" y="6268978"/>
            <a:ext cx="1600200" cy="1366897"/>
          </a:xfrm>
          <a:prstGeom prst="wedgeEllipseCallout">
            <a:avLst>
              <a:gd name="adj1" fmla="val 68308"/>
              <a:gd name="adj2" fmla="val 8008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Revisar atributo, Producto</a:t>
            </a:r>
          </a:p>
        </p:txBody>
      </p:sp>
    </p:spTree>
    <p:extLst>
      <p:ext uri="{BB962C8B-B14F-4D97-AF65-F5344CB8AC3E}">
        <p14:creationId xmlns:p14="http://schemas.microsoft.com/office/powerpoint/2010/main" val="42228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E55B0DC-B335-1CA0-DFCC-07EC5781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761989AE-70EF-DCC1-A209-E02BEF4E1C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A7881DBF-05D2-6F2B-230B-0C61B4CC0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27" y="1432562"/>
            <a:ext cx="17027373" cy="86778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1A89FCDA-7A06-9EE7-BBEC-33F680C772BC}"/>
              </a:ext>
            </a:extLst>
          </p:cNvPr>
          <p:cNvSpPr txBox="1"/>
          <p:nvPr/>
        </p:nvSpPr>
        <p:spPr>
          <a:xfrm>
            <a:off x="1517650" y="8245475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solidFill>
                  <a:srgbClr val="C00000"/>
                </a:solidFill>
              </a:rPr>
              <a:t>SE DEBE ELIMINAR EL MER GENERADO Y AJUSTAR LA CONFIGURACIÓN…..</a:t>
            </a:r>
          </a:p>
        </p:txBody>
      </p:sp>
    </p:spTree>
    <p:extLst>
      <p:ext uri="{BB962C8B-B14F-4D97-AF65-F5344CB8AC3E}">
        <p14:creationId xmlns:p14="http://schemas.microsoft.com/office/powerpoint/2010/main" val="215310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BB3A720-0C05-7E36-3D80-D9F72B0F4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27" y="1432562"/>
            <a:ext cx="16840200" cy="8649901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B009997B-A013-0C75-7DF8-07BDF8FFBC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1A89FCDA-7A06-9EE7-BBEC-33F680C772BC}"/>
              </a:ext>
            </a:extLst>
          </p:cNvPr>
          <p:cNvSpPr txBox="1"/>
          <p:nvPr/>
        </p:nvSpPr>
        <p:spPr>
          <a:xfrm>
            <a:off x="10980153" y="3265994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solidFill>
                  <a:srgbClr val="C00000"/>
                </a:solidFill>
              </a:rPr>
              <a:t>SE DEBE ELIMINAR EL MER GENERADO Y AJUSTAR LA CONFIGURACIÓN…..</a:t>
            </a:r>
          </a:p>
        </p:txBody>
      </p:sp>
    </p:spTree>
    <p:extLst>
      <p:ext uri="{BB962C8B-B14F-4D97-AF65-F5344CB8AC3E}">
        <p14:creationId xmlns:p14="http://schemas.microsoft.com/office/powerpoint/2010/main" val="33085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82" y="1432562"/>
            <a:ext cx="16944823" cy="8517554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64" name="Bocadillo: ovalado 63">
            <a:extLst>
              <a:ext uri="{FF2B5EF4-FFF2-40B4-BE49-F238E27FC236}">
                <a16:creationId xmlns="" xmlns:a16="http://schemas.microsoft.com/office/drawing/2014/main" id="{07CC4537-50E4-D489-3B92-48D146BB29A3}"/>
              </a:ext>
            </a:extLst>
          </p:cNvPr>
          <p:cNvSpPr/>
          <p:nvPr/>
        </p:nvSpPr>
        <p:spPr>
          <a:xfrm>
            <a:off x="9899650" y="2530475"/>
            <a:ext cx="3657600" cy="1828800"/>
          </a:xfrm>
          <a:prstGeom prst="wedgeEllipseCallout">
            <a:avLst>
              <a:gd name="adj1" fmla="val -194237"/>
              <a:gd name="adj2" fmla="val -7005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smtClean="0">
                <a:solidFill>
                  <a:srgbClr val="002060"/>
                </a:solidFill>
              </a:rPr>
              <a:t>Volver a Generar </a:t>
            </a:r>
            <a:r>
              <a:rPr lang="es-ES" sz="3600" dirty="0">
                <a:solidFill>
                  <a:srgbClr val="002060"/>
                </a:solidFill>
              </a:rPr>
              <a:t>MER</a:t>
            </a:r>
          </a:p>
        </p:txBody>
      </p:sp>
    </p:spTree>
    <p:extLst>
      <p:ext uri="{BB962C8B-B14F-4D97-AF65-F5344CB8AC3E}">
        <p14:creationId xmlns:p14="http://schemas.microsoft.com/office/powerpoint/2010/main" val="331803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7C498EC-CCC0-F2C7-0333-4EDB1D74E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3" y="1432562"/>
            <a:ext cx="16983257" cy="8717913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3F37FC07-A797-EFF7-44A4-6395092C48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5" name="Bocadillo: ovalado 4">
            <a:extLst>
              <a:ext uri="{FF2B5EF4-FFF2-40B4-BE49-F238E27FC236}">
                <a16:creationId xmlns="" xmlns:a16="http://schemas.microsoft.com/office/drawing/2014/main" id="{FD99A2C3-B470-6CA7-8051-C32D35E90F61}"/>
              </a:ext>
            </a:extLst>
          </p:cNvPr>
          <p:cNvSpPr/>
          <p:nvPr/>
        </p:nvSpPr>
        <p:spPr>
          <a:xfrm>
            <a:off x="9671050" y="5959475"/>
            <a:ext cx="2743200" cy="1447800"/>
          </a:xfrm>
          <a:prstGeom prst="wedgeEllipseCallout">
            <a:avLst>
              <a:gd name="adj1" fmla="val -142919"/>
              <a:gd name="adj2" fmla="val 6213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002060"/>
                </a:solidFill>
              </a:rPr>
              <a:t>Desmarcar </a:t>
            </a:r>
            <a:r>
              <a:rPr lang="es-ES" sz="2800" b="1" dirty="0" smtClean="0">
                <a:solidFill>
                  <a:srgbClr val="002060"/>
                </a:solidFill>
              </a:rPr>
              <a:t>esta opción</a:t>
            </a:r>
            <a:endParaRPr lang="es-ES" sz="2800" dirty="0">
              <a:solidFill>
                <a:srgbClr val="002060"/>
              </a:solidFill>
            </a:endParaRPr>
          </a:p>
        </p:txBody>
      </p:sp>
      <p:sp>
        <p:nvSpPr>
          <p:cNvPr id="64" name="Bocadillo: ovalado 63">
            <a:extLst>
              <a:ext uri="{FF2B5EF4-FFF2-40B4-BE49-F238E27FC236}">
                <a16:creationId xmlns="" xmlns:a16="http://schemas.microsoft.com/office/drawing/2014/main" id="{9B0B0A63-3735-F7CC-508F-1317421A0A1A}"/>
              </a:ext>
            </a:extLst>
          </p:cNvPr>
          <p:cNvSpPr/>
          <p:nvPr/>
        </p:nvSpPr>
        <p:spPr>
          <a:xfrm>
            <a:off x="5480050" y="3216275"/>
            <a:ext cx="3124200" cy="1600200"/>
          </a:xfrm>
          <a:prstGeom prst="wedgeEllipseCallout">
            <a:avLst>
              <a:gd name="adj1" fmla="val -29673"/>
              <a:gd name="adj2" fmla="val 7188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rgbClr val="002060"/>
                </a:solidFill>
              </a:rPr>
              <a:t>Seleccionar</a:t>
            </a:r>
          </a:p>
          <a:p>
            <a:pPr algn="ctr"/>
            <a:r>
              <a:rPr lang="es-ES" sz="2800" dirty="0">
                <a:solidFill>
                  <a:srgbClr val="002060"/>
                </a:solidFill>
              </a:rPr>
              <a:t>“</a:t>
            </a:r>
            <a:r>
              <a:rPr lang="es-ES" sz="2800" b="1" dirty="0">
                <a:solidFill>
                  <a:srgbClr val="002060"/>
                </a:solidFill>
              </a:rPr>
              <a:t>Opciones Generales</a:t>
            </a:r>
            <a:r>
              <a:rPr lang="es-ES" sz="2800" dirty="0">
                <a:solidFill>
                  <a:srgbClr val="002060"/>
                </a:solidFill>
              </a:rPr>
              <a:t>”</a:t>
            </a:r>
          </a:p>
        </p:txBody>
      </p:sp>
      <p:sp>
        <p:nvSpPr>
          <p:cNvPr id="8" name="Bocadillo: ovalado 7">
            <a:extLst>
              <a:ext uri="{FF2B5EF4-FFF2-40B4-BE49-F238E27FC236}">
                <a16:creationId xmlns="" xmlns:a16="http://schemas.microsoft.com/office/drawing/2014/main" id="{3B38DF73-4AEE-A0C3-9358-7C29FC658772}"/>
              </a:ext>
            </a:extLst>
          </p:cNvPr>
          <p:cNvSpPr/>
          <p:nvPr/>
        </p:nvSpPr>
        <p:spPr>
          <a:xfrm>
            <a:off x="9671050" y="7559675"/>
            <a:ext cx="3124200" cy="1600200"/>
          </a:xfrm>
          <a:prstGeom prst="wedgeEllipseCallout">
            <a:avLst>
              <a:gd name="adj1" fmla="val -84036"/>
              <a:gd name="adj2" fmla="val 2752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002060"/>
                </a:solidFill>
              </a:rPr>
              <a:t>Generar nuevamente MER</a:t>
            </a:r>
          </a:p>
        </p:txBody>
      </p:sp>
      <p:sp>
        <p:nvSpPr>
          <p:cNvPr id="9" name="Bocadillo: ovalado 4">
            <a:extLst>
              <a:ext uri="{FF2B5EF4-FFF2-40B4-BE49-F238E27FC236}">
                <a16:creationId xmlns="" xmlns:a16="http://schemas.microsoft.com/office/drawing/2014/main" id="{FD99A2C3-B470-6CA7-8051-C32D35E90F61}"/>
              </a:ext>
            </a:extLst>
          </p:cNvPr>
          <p:cNvSpPr/>
          <p:nvPr/>
        </p:nvSpPr>
        <p:spPr>
          <a:xfrm>
            <a:off x="9671050" y="5959475"/>
            <a:ext cx="2743200" cy="1447800"/>
          </a:xfrm>
          <a:prstGeom prst="wedgeEllipseCallout">
            <a:avLst>
              <a:gd name="adj1" fmla="val -147597"/>
              <a:gd name="adj2" fmla="val -2872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002060"/>
                </a:solidFill>
              </a:rPr>
              <a:t>Desmarcar </a:t>
            </a:r>
            <a:r>
              <a:rPr lang="es-ES" sz="2800" b="1" dirty="0" smtClean="0">
                <a:solidFill>
                  <a:srgbClr val="002060"/>
                </a:solidFill>
              </a:rPr>
              <a:t>esta opción</a:t>
            </a:r>
            <a:endParaRPr lang="es-E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82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4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A3A7E8A-AAEB-CD46-8799-C58CE54D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1404643"/>
            <a:ext cx="16994281" cy="8738136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D6D39D74-47AC-6CD2-595C-58972737D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506047A8-A410-426C-53C4-AFEAC48FC17A}"/>
              </a:ext>
            </a:extLst>
          </p:cNvPr>
          <p:cNvSpPr txBox="1"/>
          <p:nvPr/>
        </p:nvSpPr>
        <p:spPr>
          <a:xfrm>
            <a:off x="1517650" y="7483475"/>
            <a:ext cx="655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s-ES" sz="2400" b="1" dirty="0">
                <a:solidFill>
                  <a:schemeClr val="accent3">
                    <a:lumMod val="50000"/>
                  </a:schemeClr>
                </a:solidFill>
              </a:rPr>
              <a:t>Las relaciones 1-N, se corrigieron</a:t>
            </a:r>
          </a:p>
          <a:p>
            <a:pPr marL="342900" indent="-342900">
              <a:buFontTx/>
              <a:buChar char="-"/>
            </a:pPr>
            <a:endParaRPr lang="es-ES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s-ES" sz="2400" b="1" dirty="0">
                <a:solidFill>
                  <a:srgbClr val="C00000"/>
                </a:solidFill>
              </a:rPr>
              <a:t>Las relaciones </a:t>
            </a:r>
            <a:r>
              <a:rPr lang="es-ES" sz="2400" b="1" dirty="0" err="1">
                <a:solidFill>
                  <a:srgbClr val="C00000"/>
                </a:solidFill>
              </a:rPr>
              <a:t>MxM</a:t>
            </a:r>
            <a:r>
              <a:rPr lang="es-ES" sz="2400" b="1" dirty="0">
                <a:solidFill>
                  <a:srgbClr val="C00000"/>
                </a:solidFill>
              </a:rPr>
              <a:t> NO se corrigieron.  Se deben CORREGIR MANUALMENTE</a:t>
            </a:r>
            <a:r>
              <a:rPr lang="es-ES" sz="2400" b="1" dirty="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buFontTx/>
              <a:buChar char="-"/>
            </a:pPr>
            <a:endParaRPr lang="es-ES" sz="2400" b="1" dirty="0" smtClean="0">
              <a:solidFill>
                <a:srgbClr val="C00000"/>
              </a:solidFill>
            </a:endParaRPr>
          </a:p>
          <a:p>
            <a:pPr marL="342900" indent="-342900">
              <a:buFontTx/>
              <a:buChar char="-"/>
            </a:pPr>
            <a:r>
              <a:rPr lang="es-ES" sz="2400" b="1" dirty="0" smtClean="0">
                <a:solidFill>
                  <a:srgbClr val="C00000"/>
                </a:solidFill>
              </a:rPr>
              <a:t>Revisar las PK de los Pivotes</a:t>
            </a:r>
            <a:endParaRPr lang="es-ES" sz="2400" b="1" dirty="0">
              <a:solidFill>
                <a:srgbClr val="C00000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="" xmlns:a16="http://schemas.microsoft.com/office/drawing/2014/main" id="{C36DD049-B81E-07B8-E71D-9051260B5551}"/>
              </a:ext>
            </a:extLst>
          </p:cNvPr>
          <p:cNvSpPr/>
          <p:nvPr/>
        </p:nvSpPr>
        <p:spPr>
          <a:xfrm>
            <a:off x="14243050" y="6797675"/>
            <a:ext cx="3124200" cy="22098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="" xmlns:a16="http://schemas.microsoft.com/office/drawing/2014/main" id="{9FBDF113-864F-427B-551C-923E7F050AB8}"/>
              </a:ext>
            </a:extLst>
          </p:cNvPr>
          <p:cNvSpPr txBox="1"/>
          <p:nvPr/>
        </p:nvSpPr>
        <p:spPr>
          <a:xfrm>
            <a:off x="3575050" y="10142779"/>
            <a:ext cx="13944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200" b="1" dirty="0">
                <a:solidFill>
                  <a:srgbClr val="C00000"/>
                </a:solidFill>
              </a:rPr>
              <a:t>No olvidar colocar en Plural el nombre de la entidad</a:t>
            </a:r>
          </a:p>
        </p:txBody>
      </p:sp>
    </p:spTree>
    <p:extLst>
      <p:ext uri="{BB962C8B-B14F-4D97-AF65-F5344CB8AC3E}">
        <p14:creationId xmlns:p14="http://schemas.microsoft.com/office/powerpoint/2010/main" val="262648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DD1FFF1-ADEB-6829-4F23-94A79C88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1" y="1404643"/>
            <a:ext cx="16840200" cy="8738136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267A1E0C-BB01-BBDD-05AD-D8890C2DF2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="" xmlns:a16="http://schemas.microsoft.com/office/drawing/2014/main" id="{C4D3DA89-1DA5-8450-BD63-5B4BA253718F}"/>
              </a:ext>
            </a:extLst>
          </p:cNvPr>
          <p:cNvSpPr/>
          <p:nvPr/>
        </p:nvSpPr>
        <p:spPr>
          <a:xfrm>
            <a:off x="3956050" y="7788275"/>
            <a:ext cx="4267200" cy="1600200"/>
          </a:xfrm>
          <a:prstGeom prst="wedgeEllipseCallout">
            <a:avLst>
              <a:gd name="adj1" fmla="val 3821"/>
              <a:gd name="adj2" fmla="val -40436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rgbClr val="002060"/>
                </a:solidFill>
              </a:rPr>
              <a:t>Una vez corregido, se debe generar el DDL</a:t>
            </a:r>
          </a:p>
        </p:txBody>
      </p:sp>
    </p:spTree>
    <p:extLst>
      <p:ext uri="{BB962C8B-B14F-4D97-AF65-F5344CB8AC3E}">
        <p14:creationId xmlns:p14="http://schemas.microsoft.com/office/powerpoint/2010/main" val="204525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358A517-CE21-E29A-2422-7D882512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1" y="1311276"/>
            <a:ext cx="16916400" cy="8839200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E8102616-584C-904E-9B11-7E1568983B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="" xmlns:a16="http://schemas.microsoft.com/office/drawing/2014/main" id="{C3E3D610-EF23-99BB-9808-642454E655E0}"/>
              </a:ext>
            </a:extLst>
          </p:cNvPr>
          <p:cNvSpPr/>
          <p:nvPr/>
        </p:nvSpPr>
        <p:spPr>
          <a:xfrm>
            <a:off x="8832850" y="4130676"/>
            <a:ext cx="4267200" cy="1600200"/>
          </a:xfrm>
          <a:prstGeom prst="wedgeEllipseCallout">
            <a:avLst>
              <a:gd name="adj1" fmla="val -9760"/>
              <a:gd name="adj2" fmla="val -9572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rgbClr val="002060"/>
                </a:solidFill>
              </a:rPr>
              <a:t>Ejecutar la generación de los Script de DDL</a:t>
            </a:r>
          </a:p>
        </p:txBody>
      </p:sp>
    </p:spTree>
    <p:extLst>
      <p:ext uri="{BB962C8B-B14F-4D97-AF65-F5344CB8AC3E}">
        <p14:creationId xmlns:p14="http://schemas.microsoft.com/office/powerpoint/2010/main" val="383348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44AFF90-0A1F-CE05-F705-82FED32C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40" y="1396300"/>
            <a:ext cx="17079510" cy="8601775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037D79EF-69C3-CDAF-09AA-E691429E73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="" xmlns:a16="http://schemas.microsoft.com/office/drawing/2014/main" id="{2907CAE3-0B16-6EFE-3A30-270741BB7C9A}"/>
              </a:ext>
            </a:extLst>
          </p:cNvPr>
          <p:cNvSpPr/>
          <p:nvPr/>
        </p:nvSpPr>
        <p:spPr>
          <a:xfrm>
            <a:off x="9117088" y="5426075"/>
            <a:ext cx="4267200" cy="1600200"/>
          </a:xfrm>
          <a:prstGeom prst="wedgeEllipseCallout">
            <a:avLst>
              <a:gd name="adj1" fmla="val 12561"/>
              <a:gd name="adj2" fmla="val 15177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rgbClr val="002060"/>
                </a:solidFill>
              </a:rPr>
              <a:t>Aceptar la Ejecución de los Script de DDL</a:t>
            </a:r>
          </a:p>
        </p:txBody>
      </p:sp>
    </p:spTree>
    <p:extLst>
      <p:ext uri="{BB962C8B-B14F-4D97-AF65-F5344CB8AC3E}">
        <p14:creationId xmlns:p14="http://schemas.microsoft.com/office/powerpoint/2010/main" val="147499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B80DCB0-235B-4037-35C3-D9A20872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9" y="1432562"/>
            <a:ext cx="17091541" cy="8641713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63324003-4306-1CD5-30F4-16E58AC3D7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SCRIPT EN SQL DEVELOPER DATA MODELER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="" xmlns:a16="http://schemas.microsoft.com/office/drawing/2014/main" id="{739E8227-6386-0482-38B5-8D0388F3BCC1}"/>
              </a:ext>
            </a:extLst>
          </p:cNvPr>
          <p:cNvSpPr/>
          <p:nvPr/>
        </p:nvSpPr>
        <p:spPr>
          <a:xfrm>
            <a:off x="8147050" y="3063875"/>
            <a:ext cx="5943600" cy="5715000"/>
          </a:xfrm>
          <a:prstGeom prst="wedgeEllipseCallout">
            <a:avLst>
              <a:gd name="adj1" fmla="val -10207"/>
              <a:gd name="adj2" fmla="val 4877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rgbClr val="C00000"/>
                </a:solidFill>
              </a:rPr>
              <a:t>NO Deben existir ERRORES.</a:t>
            </a:r>
          </a:p>
          <a:p>
            <a:pPr algn="ctr"/>
            <a:endParaRPr lang="es-ES" sz="2800" b="1" dirty="0">
              <a:solidFill>
                <a:srgbClr val="C00000"/>
              </a:solidFill>
            </a:endParaRPr>
          </a:p>
          <a:p>
            <a:pPr algn="ctr"/>
            <a:r>
              <a:rPr lang="es-ES" sz="2800" b="1" dirty="0">
                <a:solidFill>
                  <a:srgbClr val="C00000"/>
                </a:solidFill>
              </a:rPr>
              <a:t>Al final del archivo, se encuentra un resumen de los objetos a crear y lo errores encontrados.</a:t>
            </a:r>
          </a:p>
          <a:p>
            <a:pPr algn="ctr"/>
            <a:endParaRPr lang="es-ES" sz="2800" b="1" dirty="0">
              <a:solidFill>
                <a:srgbClr val="C00000"/>
              </a:solidFill>
            </a:endParaRPr>
          </a:p>
          <a:p>
            <a:pPr algn="ctr"/>
            <a:r>
              <a:rPr lang="es-ES" sz="2800" b="1" dirty="0">
                <a:solidFill>
                  <a:srgbClr val="C00000"/>
                </a:solidFill>
              </a:rPr>
              <a:t>Para revisar los ERRORES presiona las teclas Control-F y buscar la palabra ERROR</a:t>
            </a:r>
          </a:p>
        </p:txBody>
      </p:sp>
    </p:spTree>
    <p:extLst>
      <p:ext uri="{BB962C8B-B14F-4D97-AF65-F5344CB8AC3E}">
        <p14:creationId xmlns:p14="http://schemas.microsoft.com/office/powerpoint/2010/main" val="423400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="" xmlns:a16="http://schemas.microsoft.com/office/drawing/2014/main" id="{4AB15F6E-4DD6-0647-EF57-2FCC3CD6F3C0}"/>
              </a:ext>
            </a:extLst>
          </p:cNvPr>
          <p:cNvSpPr txBox="1">
            <a:spLocks/>
          </p:cNvSpPr>
          <p:nvPr/>
        </p:nvSpPr>
        <p:spPr>
          <a:xfrm>
            <a:off x="7004050" y="71024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="" xmlns:a16="http://schemas.microsoft.com/office/drawing/2014/main" id="{4F48FFCB-5E44-EDEE-2659-BCECB169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050" y="8215947"/>
            <a:ext cx="11887200" cy="738664"/>
          </a:xfrm>
        </p:spPr>
        <p:txBody>
          <a:bodyPr/>
          <a:lstStyle/>
          <a:p>
            <a:pPr algn="l"/>
            <a:r>
              <a:rPr lang="es-MX" sz="4800" dirty="0"/>
              <a:t>CONEXION BD-Cloud</a:t>
            </a:r>
            <a:endParaRPr lang="es-CL" sz="4800" dirty="0"/>
          </a:p>
        </p:txBody>
      </p:sp>
    </p:spTree>
    <p:extLst>
      <p:ext uri="{BB962C8B-B14F-4D97-AF65-F5344CB8AC3E}">
        <p14:creationId xmlns:p14="http://schemas.microsoft.com/office/powerpoint/2010/main" val="175714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MX" sz="4400" dirty="0"/>
              <a:t>CONEXION BD-Cloud</a:t>
            </a:r>
            <a:endParaRPr lang="es-CL" sz="4400" dirty="0"/>
          </a:p>
        </p:txBody>
      </p:sp>
      <p:sp>
        <p:nvSpPr>
          <p:cNvPr id="57" name="Bocadillo nube: nube 56">
            <a:extLst>
              <a:ext uri="{FF2B5EF4-FFF2-40B4-BE49-F238E27FC236}">
                <a16:creationId xmlns="" xmlns:a16="http://schemas.microsoft.com/office/drawing/2014/main" id="{F19F43C8-52E2-F648-4D0A-F0C7A70A8F16}"/>
              </a:ext>
            </a:extLst>
          </p:cNvPr>
          <p:cNvSpPr/>
          <p:nvPr/>
        </p:nvSpPr>
        <p:spPr>
          <a:xfrm>
            <a:off x="727227" y="1387475"/>
            <a:ext cx="10163023" cy="5898416"/>
          </a:xfrm>
          <a:prstGeom prst="cloudCallou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8" name="Picture 6" descr="Oracle ofrece formación y certificación gratuitas para su infraestructura  en la nube | Data Center Market">
            <a:extLst>
              <a:ext uri="{FF2B5EF4-FFF2-40B4-BE49-F238E27FC236}">
                <a16:creationId xmlns="" xmlns:a16="http://schemas.microsoft.com/office/drawing/2014/main" id="{351BD333-EE39-9939-20DF-2D0FFEFC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22" y="8281265"/>
            <a:ext cx="2702535" cy="154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CuadroTexto 58">
            <a:extLst>
              <a:ext uri="{FF2B5EF4-FFF2-40B4-BE49-F238E27FC236}">
                <a16:creationId xmlns="" xmlns:a16="http://schemas.microsoft.com/office/drawing/2014/main" id="{A7A28AED-A8F3-7445-D04A-425E145A3C65}"/>
              </a:ext>
            </a:extLst>
          </p:cNvPr>
          <p:cNvSpPr txBox="1"/>
          <p:nvPr/>
        </p:nvSpPr>
        <p:spPr>
          <a:xfrm>
            <a:off x="2517668" y="2407632"/>
            <a:ext cx="2749471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000" dirty="0" err="1">
                <a:solidFill>
                  <a:srgbClr val="C00000"/>
                </a:solidFill>
              </a:rPr>
              <a:t>System</a:t>
            </a:r>
            <a:endParaRPr lang="es-ES" sz="6000" dirty="0">
              <a:solidFill>
                <a:srgbClr val="C00000"/>
              </a:solidFill>
            </a:endParaRPr>
          </a:p>
          <a:p>
            <a:pPr algn="ctr"/>
            <a:r>
              <a:rPr lang="es-ES" sz="2800" dirty="0">
                <a:solidFill>
                  <a:srgbClr val="C00000"/>
                </a:solidFill>
              </a:rPr>
              <a:t>&lt;objetos </a:t>
            </a:r>
            <a:r>
              <a:rPr lang="es-ES" sz="2800" dirty="0" err="1">
                <a:solidFill>
                  <a:srgbClr val="C00000"/>
                </a:solidFill>
              </a:rPr>
              <a:t>bd</a:t>
            </a:r>
            <a:r>
              <a:rPr lang="es-ES" sz="2800" dirty="0">
                <a:solidFill>
                  <a:srgbClr val="C00000"/>
                </a:solidFill>
              </a:rPr>
              <a:t>&gt;</a:t>
            </a:r>
          </a:p>
          <a:p>
            <a:pPr algn="ctr"/>
            <a:r>
              <a:rPr lang="es-ES" sz="2800" dirty="0">
                <a:solidFill>
                  <a:srgbClr val="C00000"/>
                </a:solidFill>
              </a:rPr>
              <a:t>&lt;objetos </a:t>
            </a:r>
            <a:r>
              <a:rPr lang="es-ES" sz="2800" dirty="0" err="1">
                <a:solidFill>
                  <a:srgbClr val="C00000"/>
                </a:solidFill>
              </a:rPr>
              <a:t>bd</a:t>
            </a:r>
            <a:r>
              <a:rPr lang="es-ES" sz="2800" dirty="0">
                <a:solidFill>
                  <a:srgbClr val="C00000"/>
                </a:solidFill>
              </a:rPr>
              <a:t>&gt;</a:t>
            </a:r>
          </a:p>
          <a:p>
            <a:pPr algn="ctr"/>
            <a:r>
              <a:rPr lang="es-ES" sz="2800" dirty="0">
                <a:solidFill>
                  <a:srgbClr val="C00000"/>
                </a:solidFill>
              </a:rPr>
              <a:t>&lt;objetos </a:t>
            </a:r>
            <a:r>
              <a:rPr lang="es-ES" sz="2800" dirty="0" err="1">
                <a:solidFill>
                  <a:srgbClr val="C00000"/>
                </a:solidFill>
              </a:rPr>
              <a:t>bd</a:t>
            </a:r>
            <a:r>
              <a:rPr lang="es-ES" sz="2800" dirty="0">
                <a:solidFill>
                  <a:srgbClr val="C00000"/>
                </a:solidFill>
              </a:rPr>
              <a:t>&gt;</a:t>
            </a:r>
          </a:p>
          <a:p>
            <a:pPr algn="ctr"/>
            <a:endParaRPr lang="es-ES" sz="2800" dirty="0">
              <a:solidFill>
                <a:srgbClr val="C0000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="" xmlns:a16="http://schemas.microsoft.com/office/drawing/2014/main" id="{9013F8AE-2828-C389-D3E4-15042CAA4B24}"/>
              </a:ext>
            </a:extLst>
          </p:cNvPr>
          <p:cNvSpPr txBox="1"/>
          <p:nvPr/>
        </p:nvSpPr>
        <p:spPr>
          <a:xfrm>
            <a:off x="2751706" y="5451895"/>
            <a:ext cx="22813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dirty="0" err="1">
                <a:solidFill>
                  <a:srgbClr val="C00000"/>
                </a:solidFill>
              </a:rPr>
              <a:t>admin</a:t>
            </a:r>
            <a:endParaRPr lang="es-ES" sz="6000" dirty="0">
              <a:solidFill>
                <a:srgbClr val="C0000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="" xmlns:a16="http://schemas.microsoft.com/office/drawing/2014/main" id="{21DF2E1B-EA68-5873-BFE5-327E54FE90CC}"/>
              </a:ext>
            </a:extLst>
          </p:cNvPr>
          <p:cNvSpPr txBox="1"/>
          <p:nvPr/>
        </p:nvSpPr>
        <p:spPr>
          <a:xfrm>
            <a:off x="5650458" y="2042358"/>
            <a:ext cx="2526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/>
              <a:t>Dueño-1 </a:t>
            </a:r>
          </a:p>
          <a:p>
            <a:pPr algn="ctr"/>
            <a:r>
              <a:rPr lang="es-ES" sz="1600" dirty="0"/>
              <a:t>&lt;objetos </a:t>
            </a:r>
            <a:r>
              <a:rPr lang="es-ES" sz="1600" dirty="0" err="1"/>
              <a:t>bd</a:t>
            </a:r>
            <a:r>
              <a:rPr lang="es-ES" sz="1600" dirty="0"/>
              <a:t>&gt;</a:t>
            </a:r>
          </a:p>
          <a:p>
            <a:pPr algn="ctr"/>
            <a:r>
              <a:rPr lang="es-ES" sz="1600" dirty="0"/>
              <a:t>&lt;objetos </a:t>
            </a:r>
            <a:r>
              <a:rPr lang="es-ES" sz="1600" dirty="0" err="1"/>
              <a:t>bd</a:t>
            </a:r>
            <a:r>
              <a:rPr lang="es-ES" sz="1600" dirty="0"/>
              <a:t>&gt;</a:t>
            </a:r>
          </a:p>
          <a:p>
            <a:pPr algn="ctr"/>
            <a:r>
              <a:rPr lang="es-ES" sz="1600" dirty="0"/>
              <a:t>&lt;objetos </a:t>
            </a:r>
            <a:r>
              <a:rPr lang="es-ES" sz="1600" dirty="0" err="1"/>
              <a:t>bd</a:t>
            </a:r>
            <a:r>
              <a:rPr lang="es-ES" sz="1600" dirty="0"/>
              <a:t>&gt;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="" xmlns:a16="http://schemas.microsoft.com/office/drawing/2014/main" id="{838C7D95-F8E2-E778-EA0A-F57C60E1FC72}"/>
              </a:ext>
            </a:extLst>
          </p:cNvPr>
          <p:cNvSpPr txBox="1"/>
          <p:nvPr/>
        </p:nvSpPr>
        <p:spPr>
          <a:xfrm>
            <a:off x="5760226" y="4084762"/>
            <a:ext cx="252636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Dueño-2 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="" xmlns:a16="http://schemas.microsoft.com/office/drawing/2014/main" id="{A9D717AC-5747-39E5-167F-63C7FA7D57C8}"/>
              </a:ext>
            </a:extLst>
          </p:cNvPr>
          <p:cNvSpPr txBox="1"/>
          <p:nvPr/>
        </p:nvSpPr>
        <p:spPr>
          <a:xfrm>
            <a:off x="7860257" y="2412978"/>
            <a:ext cx="252636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Dueño-n 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="" xmlns:a16="http://schemas.microsoft.com/office/drawing/2014/main" id="{CA37DF5D-ADF5-D3F5-1067-48BF11F84B58}"/>
              </a:ext>
            </a:extLst>
          </p:cNvPr>
          <p:cNvSpPr txBox="1"/>
          <p:nvPr/>
        </p:nvSpPr>
        <p:spPr>
          <a:xfrm>
            <a:off x="5532251" y="7601684"/>
            <a:ext cx="37358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>
                <a:solidFill>
                  <a:srgbClr val="C00000"/>
                </a:solidFill>
              </a:rPr>
              <a:t>El usuario SYSTEM, es el dueño de los objetos CORE de la base de datos y es un área que debe estar protegida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="" xmlns:a16="http://schemas.microsoft.com/office/drawing/2014/main" id="{C71FE7A9-3CE7-8891-0171-A93B7A343F49}"/>
              </a:ext>
            </a:extLst>
          </p:cNvPr>
          <p:cNvSpPr/>
          <p:nvPr/>
        </p:nvSpPr>
        <p:spPr>
          <a:xfrm>
            <a:off x="12185649" y="1372433"/>
            <a:ext cx="914400" cy="899159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500" dirty="0"/>
              <a:t>P</a:t>
            </a:r>
          </a:p>
          <a:p>
            <a:pPr algn="ctr"/>
            <a:r>
              <a:rPr lang="es-ES" sz="4500" dirty="0"/>
              <a:t>R</a:t>
            </a:r>
          </a:p>
          <a:p>
            <a:pPr algn="ctr"/>
            <a:r>
              <a:rPr lang="es-ES" sz="4500" dirty="0"/>
              <a:t>I</a:t>
            </a:r>
          </a:p>
          <a:p>
            <a:pPr algn="ctr"/>
            <a:r>
              <a:rPr lang="es-ES" sz="4500" dirty="0"/>
              <a:t>V</a:t>
            </a:r>
          </a:p>
          <a:p>
            <a:pPr algn="ctr"/>
            <a:r>
              <a:rPr lang="es-ES" sz="4500" dirty="0"/>
              <a:t>I</a:t>
            </a:r>
          </a:p>
          <a:p>
            <a:pPr algn="ctr"/>
            <a:r>
              <a:rPr lang="es-ES" sz="4500" dirty="0"/>
              <a:t>L</a:t>
            </a:r>
          </a:p>
          <a:p>
            <a:pPr algn="ctr"/>
            <a:r>
              <a:rPr lang="es-ES" sz="4500" dirty="0"/>
              <a:t>E</a:t>
            </a:r>
          </a:p>
          <a:p>
            <a:pPr algn="ctr"/>
            <a:r>
              <a:rPr lang="es-ES" sz="4500" dirty="0"/>
              <a:t>G</a:t>
            </a:r>
          </a:p>
          <a:p>
            <a:pPr algn="ctr"/>
            <a:r>
              <a:rPr lang="es-ES" sz="4500" dirty="0"/>
              <a:t>I</a:t>
            </a:r>
          </a:p>
          <a:p>
            <a:pPr algn="ctr"/>
            <a:r>
              <a:rPr lang="es-ES" sz="4500" dirty="0"/>
              <a:t>O</a:t>
            </a:r>
          </a:p>
          <a:p>
            <a:pPr algn="ctr"/>
            <a:r>
              <a:rPr lang="es-ES" sz="4500" dirty="0"/>
              <a:t>S</a:t>
            </a:r>
          </a:p>
        </p:txBody>
      </p:sp>
      <p:sp>
        <p:nvSpPr>
          <p:cNvPr id="68" name="Flecha: a la derecha con muesca 67">
            <a:extLst>
              <a:ext uri="{FF2B5EF4-FFF2-40B4-BE49-F238E27FC236}">
                <a16:creationId xmlns="" xmlns:a16="http://schemas.microsoft.com/office/drawing/2014/main" id="{CB216E66-AF3F-99A5-F728-F67E62BF41B2}"/>
              </a:ext>
            </a:extLst>
          </p:cNvPr>
          <p:cNvSpPr/>
          <p:nvPr/>
        </p:nvSpPr>
        <p:spPr>
          <a:xfrm rot="10800000">
            <a:off x="10827146" y="4592594"/>
            <a:ext cx="978408" cy="1062081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CuadroTexto 68">
            <a:extLst>
              <a:ext uri="{FF2B5EF4-FFF2-40B4-BE49-F238E27FC236}">
                <a16:creationId xmlns="" xmlns:a16="http://schemas.microsoft.com/office/drawing/2014/main" id="{4B472815-447A-480A-75BA-3E2C012A8017}"/>
              </a:ext>
            </a:extLst>
          </p:cNvPr>
          <p:cNvSpPr txBox="1"/>
          <p:nvPr/>
        </p:nvSpPr>
        <p:spPr>
          <a:xfrm>
            <a:off x="14050037" y="1968423"/>
            <a:ext cx="540083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b="1" dirty="0"/>
              <a:t>Ingreso por Sistemas</a:t>
            </a:r>
          </a:p>
          <a:p>
            <a:pPr algn="ctr"/>
            <a:r>
              <a:rPr lang="es-ES" sz="3200" dirty="0"/>
              <a:t>Usuarios Finales</a:t>
            </a:r>
          </a:p>
          <a:p>
            <a:pPr algn="ctr"/>
            <a:r>
              <a:rPr lang="es-ES" sz="3200" dirty="0"/>
              <a:t>Ejecutivos</a:t>
            </a:r>
          </a:p>
          <a:p>
            <a:pPr algn="ctr"/>
            <a:r>
              <a:rPr lang="es-ES" sz="3200" dirty="0"/>
              <a:t>Proveedores</a:t>
            </a:r>
          </a:p>
          <a:p>
            <a:pPr algn="ctr"/>
            <a:r>
              <a:rPr lang="es-ES" sz="3200" dirty="0"/>
              <a:t>Clientes</a:t>
            </a:r>
          </a:p>
        </p:txBody>
      </p:sp>
      <p:sp>
        <p:nvSpPr>
          <p:cNvPr id="70" name="Flecha: a la derecha con muesca 69">
            <a:extLst>
              <a:ext uri="{FF2B5EF4-FFF2-40B4-BE49-F238E27FC236}">
                <a16:creationId xmlns="" xmlns:a16="http://schemas.microsoft.com/office/drawing/2014/main" id="{4F3FF8A2-2BB2-459E-06E0-597FE2223427}"/>
              </a:ext>
            </a:extLst>
          </p:cNvPr>
          <p:cNvSpPr/>
          <p:nvPr/>
        </p:nvSpPr>
        <p:spPr>
          <a:xfrm rot="10800000">
            <a:off x="13416019" y="2998507"/>
            <a:ext cx="978408" cy="1062081"/>
          </a:xfrm>
          <a:prstGeom prst="notched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CuadroTexto 70">
            <a:extLst>
              <a:ext uri="{FF2B5EF4-FFF2-40B4-BE49-F238E27FC236}">
                <a16:creationId xmlns="" xmlns:a16="http://schemas.microsoft.com/office/drawing/2014/main" id="{7D0DD6FA-EFD0-C8BD-EE86-7EC54ADCDBA3}"/>
              </a:ext>
            </a:extLst>
          </p:cNvPr>
          <p:cNvSpPr txBox="1"/>
          <p:nvPr/>
        </p:nvSpPr>
        <p:spPr>
          <a:xfrm>
            <a:off x="14451276" y="7150515"/>
            <a:ext cx="466185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b="1" dirty="0"/>
              <a:t>Herramientas SQL</a:t>
            </a:r>
          </a:p>
          <a:p>
            <a:pPr algn="ctr"/>
            <a:r>
              <a:rPr lang="es-ES" sz="3200" dirty="0"/>
              <a:t>DBA</a:t>
            </a:r>
          </a:p>
          <a:p>
            <a:pPr algn="ctr"/>
            <a:r>
              <a:rPr lang="es-ES" sz="3200" dirty="0"/>
              <a:t>DESARROLADORES</a:t>
            </a:r>
          </a:p>
          <a:p>
            <a:pPr algn="ctr"/>
            <a:r>
              <a:rPr lang="es-ES" sz="3200" dirty="0"/>
              <a:t>ARQUITECTOS</a:t>
            </a:r>
          </a:p>
          <a:p>
            <a:pPr algn="ctr"/>
            <a:r>
              <a:rPr lang="es-ES" sz="3200" dirty="0"/>
              <a:t>PERSONAL TECNICO</a:t>
            </a:r>
          </a:p>
        </p:txBody>
      </p:sp>
      <p:sp>
        <p:nvSpPr>
          <p:cNvPr id="72" name="Flecha: a la derecha con muesca 71">
            <a:extLst>
              <a:ext uri="{FF2B5EF4-FFF2-40B4-BE49-F238E27FC236}">
                <a16:creationId xmlns="" xmlns:a16="http://schemas.microsoft.com/office/drawing/2014/main" id="{9ADEB425-4EB5-080D-509D-4CDDF2AA449E}"/>
              </a:ext>
            </a:extLst>
          </p:cNvPr>
          <p:cNvSpPr/>
          <p:nvPr/>
        </p:nvSpPr>
        <p:spPr>
          <a:xfrm rot="10800000">
            <a:off x="13497030" y="8045073"/>
            <a:ext cx="978408" cy="1062081"/>
          </a:xfrm>
          <a:prstGeom prst="notched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Flecha: a la derecha con muesca 72">
            <a:extLst>
              <a:ext uri="{FF2B5EF4-FFF2-40B4-BE49-F238E27FC236}">
                <a16:creationId xmlns="" xmlns:a16="http://schemas.microsoft.com/office/drawing/2014/main" id="{F23694DB-5ED9-183E-4A83-E25E2CDD5B15}"/>
              </a:ext>
            </a:extLst>
          </p:cNvPr>
          <p:cNvSpPr/>
          <p:nvPr/>
        </p:nvSpPr>
        <p:spPr>
          <a:xfrm rot="10800000">
            <a:off x="10942129" y="7788275"/>
            <a:ext cx="978408" cy="1062081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4" name="CuadroTexto 73">
            <a:extLst>
              <a:ext uri="{FF2B5EF4-FFF2-40B4-BE49-F238E27FC236}">
                <a16:creationId xmlns="" xmlns:a16="http://schemas.microsoft.com/office/drawing/2014/main" id="{9662513A-D6A9-88F7-1F64-9C6A7D725F24}"/>
              </a:ext>
            </a:extLst>
          </p:cNvPr>
          <p:cNvSpPr txBox="1"/>
          <p:nvPr/>
        </p:nvSpPr>
        <p:spPr>
          <a:xfrm>
            <a:off x="847628" y="833519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Crear una BD</a:t>
            </a:r>
          </a:p>
        </p:txBody>
      </p:sp>
    </p:spTree>
    <p:extLst>
      <p:ext uri="{BB962C8B-B14F-4D97-AF65-F5344CB8AC3E}">
        <p14:creationId xmlns:p14="http://schemas.microsoft.com/office/powerpoint/2010/main" val="248732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50AA7E0-4FB3-6CFC-7F0E-DD2CA11F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2E940EF9-99EB-6905-67CE-0908461F65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MX" sz="4400" dirty="0"/>
              <a:t>CONEXION BD-Cloud</a:t>
            </a:r>
            <a:endParaRPr lang="es-CL" sz="4400" dirty="0"/>
          </a:p>
        </p:txBody>
      </p:sp>
      <p:sp>
        <p:nvSpPr>
          <p:cNvPr id="57" name="Bocadillo nube: nube 56">
            <a:extLst>
              <a:ext uri="{FF2B5EF4-FFF2-40B4-BE49-F238E27FC236}">
                <a16:creationId xmlns="" xmlns:a16="http://schemas.microsoft.com/office/drawing/2014/main" id="{20B9B550-DA62-5166-3DC2-8691D80CA5CB}"/>
              </a:ext>
            </a:extLst>
          </p:cNvPr>
          <p:cNvSpPr/>
          <p:nvPr/>
        </p:nvSpPr>
        <p:spPr>
          <a:xfrm>
            <a:off x="727227" y="1387475"/>
            <a:ext cx="10163023" cy="5898416"/>
          </a:xfrm>
          <a:prstGeom prst="cloudCallou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8" name="Picture 6" descr="Oracle ofrece formación y certificación gratuitas para su infraestructura  en la nube | Data Center Market">
            <a:extLst>
              <a:ext uri="{FF2B5EF4-FFF2-40B4-BE49-F238E27FC236}">
                <a16:creationId xmlns="" xmlns:a16="http://schemas.microsoft.com/office/drawing/2014/main" id="{9F46B9DF-48D4-0BF0-1D94-2E7B4FA10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50" y="8319314"/>
            <a:ext cx="2765065" cy="158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CuadroTexto 58">
            <a:extLst>
              <a:ext uri="{FF2B5EF4-FFF2-40B4-BE49-F238E27FC236}">
                <a16:creationId xmlns="" xmlns:a16="http://schemas.microsoft.com/office/drawing/2014/main" id="{7FAD121E-13B1-C357-DD39-BE2F9A21A222}"/>
              </a:ext>
            </a:extLst>
          </p:cNvPr>
          <p:cNvSpPr txBox="1"/>
          <p:nvPr/>
        </p:nvSpPr>
        <p:spPr>
          <a:xfrm>
            <a:off x="2517668" y="2407632"/>
            <a:ext cx="2749471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000" dirty="0" err="1">
                <a:solidFill>
                  <a:srgbClr val="C00000"/>
                </a:solidFill>
              </a:rPr>
              <a:t>System</a:t>
            </a:r>
            <a:endParaRPr lang="es-ES" sz="6000" dirty="0">
              <a:solidFill>
                <a:srgbClr val="C00000"/>
              </a:solidFill>
            </a:endParaRPr>
          </a:p>
          <a:p>
            <a:pPr algn="ctr"/>
            <a:r>
              <a:rPr lang="es-ES" sz="2800" dirty="0">
                <a:solidFill>
                  <a:srgbClr val="C00000"/>
                </a:solidFill>
              </a:rPr>
              <a:t>&lt;objetos </a:t>
            </a:r>
            <a:r>
              <a:rPr lang="es-ES" sz="2800" dirty="0" err="1">
                <a:solidFill>
                  <a:srgbClr val="C00000"/>
                </a:solidFill>
              </a:rPr>
              <a:t>bd</a:t>
            </a:r>
            <a:r>
              <a:rPr lang="es-ES" sz="2800" dirty="0">
                <a:solidFill>
                  <a:srgbClr val="C00000"/>
                </a:solidFill>
              </a:rPr>
              <a:t>&gt;</a:t>
            </a:r>
          </a:p>
          <a:p>
            <a:pPr algn="ctr"/>
            <a:r>
              <a:rPr lang="es-ES" sz="2800" dirty="0">
                <a:solidFill>
                  <a:srgbClr val="C00000"/>
                </a:solidFill>
              </a:rPr>
              <a:t>&lt;objetos </a:t>
            </a:r>
            <a:r>
              <a:rPr lang="es-ES" sz="2800" dirty="0" err="1">
                <a:solidFill>
                  <a:srgbClr val="C00000"/>
                </a:solidFill>
              </a:rPr>
              <a:t>bd</a:t>
            </a:r>
            <a:r>
              <a:rPr lang="es-ES" sz="2800" dirty="0">
                <a:solidFill>
                  <a:srgbClr val="C00000"/>
                </a:solidFill>
              </a:rPr>
              <a:t>&gt;</a:t>
            </a:r>
          </a:p>
          <a:p>
            <a:pPr algn="ctr"/>
            <a:r>
              <a:rPr lang="es-ES" sz="2800" dirty="0">
                <a:solidFill>
                  <a:srgbClr val="C00000"/>
                </a:solidFill>
              </a:rPr>
              <a:t>&lt;objetos </a:t>
            </a:r>
            <a:r>
              <a:rPr lang="es-ES" sz="2800" dirty="0" err="1">
                <a:solidFill>
                  <a:srgbClr val="C00000"/>
                </a:solidFill>
              </a:rPr>
              <a:t>bd</a:t>
            </a:r>
            <a:r>
              <a:rPr lang="es-ES" sz="2800" dirty="0">
                <a:solidFill>
                  <a:srgbClr val="C00000"/>
                </a:solidFill>
              </a:rPr>
              <a:t>&gt;</a:t>
            </a:r>
          </a:p>
          <a:p>
            <a:pPr algn="ctr"/>
            <a:endParaRPr lang="es-ES" sz="2800" dirty="0">
              <a:solidFill>
                <a:srgbClr val="C0000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="" xmlns:a16="http://schemas.microsoft.com/office/drawing/2014/main" id="{78545370-CED4-EC6C-D2E5-2D245F2B7834}"/>
              </a:ext>
            </a:extLst>
          </p:cNvPr>
          <p:cNvSpPr txBox="1"/>
          <p:nvPr/>
        </p:nvSpPr>
        <p:spPr>
          <a:xfrm>
            <a:off x="2751706" y="5451895"/>
            <a:ext cx="23663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dirty="0" err="1" smtClean="0">
                <a:solidFill>
                  <a:srgbClr val="C00000"/>
                </a:solidFill>
              </a:rPr>
              <a:t>Admin</a:t>
            </a:r>
            <a:endParaRPr lang="es-ES" sz="6000" dirty="0">
              <a:solidFill>
                <a:srgbClr val="C0000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="" xmlns:a16="http://schemas.microsoft.com/office/drawing/2014/main" id="{A1162F23-6792-7726-A1FF-7C095A144457}"/>
              </a:ext>
            </a:extLst>
          </p:cNvPr>
          <p:cNvSpPr txBox="1"/>
          <p:nvPr/>
        </p:nvSpPr>
        <p:spPr>
          <a:xfrm>
            <a:off x="5650458" y="2042358"/>
            <a:ext cx="2526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/>
              <a:t>Dueño-1 </a:t>
            </a:r>
          </a:p>
          <a:p>
            <a:pPr algn="ctr"/>
            <a:r>
              <a:rPr lang="es-ES" sz="1600" dirty="0"/>
              <a:t>&lt;objetos </a:t>
            </a:r>
            <a:r>
              <a:rPr lang="es-ES" sz="1600" dirty="0" err="1"/>
              <a:t>bd</a:t>
            </a:r>
            <a:r>
              <a:rPr lang="es-ES" sz="1600" dirty="0"/>
              <a:t>&gt;</a:t>
            </a:r>
          </a:p>
          <a:p>
            <a:pPr algn="ctr"/>
            <a:r>
              <a:rPr lang="es-ES" sz="1600" dirty="0"/>
              <a:t>&lt;objetos </a:t>
            </a:r>
            <a:r>
              <a:rPr lang="es-ES" sz="1600" dirty="0" err="1"/>
              <a:t>bd</a:t>
            </a:r>
            <a:r>
              <a:rPr lang="es-ES" sz="1600" dirty="0"/>
              <a:t>&gt;</a:t>
            </a:r>
          </a:p>
          <a:p>
            <a:pPr algn="ctr"/>
            <a:r>
              <a:rPr lang="es-ES" sz="1600" dirty="0"/>
              <a:t>&lt;objetos </a:t>
            </a:r>
            <a:r>
              <a:rPr lang="es-ES" sz="1600" dirty="0" err="1"/>
              <a:t>bd</a:t>
            </a:r>
            <a:r>
              <a:rPr lang="es-ES" sz="1600" dirty="0"/>
              <a:t>&gt;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="" xmlns:a16="http://schemas.microsoft.com/office/drawing/2014/main" id="{DB54CA53-3A54-AE3B-76E1-E00744A071E4}"/>
              </a:ext>
            </a:extLst>
          </p:cNvPr>
          <p:cNvSpPr txBox="1"/>
          <p:nvPr/>
        </p:nvSpPr>
        <p:spPr>
          <a:xfrm>
            <a:off x="5760226" y="4084762"/>
            <a:ext cx="252636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Dueño-2 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="" xmlns:a16="http://schemas.microsoft.com/office/drawing/2014/main" id="{4BC3A88E-4E99-DEF2-BBDC-EC582E769997}"/>
              </a:ext>
            </a:extLst>
          </p:cNvPr>
          <p:cNvSpPr txBox="1"/>
          <p:nvPr/>
        </p:nvSpPr>
        <p:spPr>
          <a:xfrm>
            <a:off x="7860257" y="2412978"/>
            <a:ext cx="252636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Dueño-n 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  <a:p>
            <a:pPr algn="ctr"/>
            <a:r>
              <a:rPr lang="es-ES" sz="1400" dirty="0"/>
              <a:t>&lt;objetos </a:t>
            </a:r>
            <a:r>
              <a:rPr lang="es-ES" sz="1400" dirty="0" err="1"/>
              <a:t>bd</a:t>
            </a:r>
            <a:r>
              <a:rPr lang="es-ES" sz="1400" dirty="0"/>
              <a:t>&gt;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="" xmlns:a16="http://schemas.microsoft.com/office/drawing/2014/main" id="{98E119DA-01A2-0479-1ACE-18A8D86A3B14}"/>
              </a:ext>
            </a:extLst>
          </p:cNvPr>
          <p:cNvSpPr txBox="1"/>
          <p:nvPr/>
        </p:nvSpPr>
        <p:spPr>
          <a:xfrm>
            <a:off x="5532251" y="7537777"/>
            <a:ext cx="37358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>
                <a:solidFill>
                  <a:srgbClr val="C00000"/>
                </a:solidFill>
              </a:rPr>
              <a:t>El usuario SYSTEM, es el dueño de los objetos CORE de la base de datos y es un área que debe estar protegida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="" xmlns:a16="http://schemas.microsoft.com/office/drawing/2014/main" id="{36BEC1AA-7A86-D099-A968-50E82CB18035}"/>
              </a:ext>
            </a:extLst>
          </p:cNvPr>
          <p:cNvSpPr/>
          <p:nvPr/>
        </p:nvSpPr>
        <p:spPr>
          <a:xfrm>
            <a:off x="12185649" y="1372433"/>
            <a:ext cx="914400" cy="899159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500" dirty="0"/>
              <a:t>P</a:t>
            </a:r>
          </a:p>
          <a:p>
            <a:pPr algn="ctr"/>
            <a:r>
              <a:rPr lang="es-ES" sz="4500" dirty="0"/>
              <a:t>R</a:t>
            </a:r>
          </a:p>
          <a:p>
            <a:pPr algn="ctr"/>
            <a:r>
              <a:rPr lang="es-ES" sz="4500" dirty="0"/>
              <a:t>I</a:t>
            </a:r>
          </a:p>
          <a:p>
            <a:pPr algn="ctr"/>
            <a:r>
              <a:rPr lang="es-ES" sz="4500" dirty="0"/>
              <a:t>V</a:t>
            </a:r>
          </a:p>
          <a:p>
            <a:pPr algn="ctr"/>
            <a:r>
              <a:rPr lang="es-ES" sz="4500" dirty="0"/>
              <a:t>I</a:t>
            </a:r>
          </a:p>
          <a:p>
            <a:pPr algn="ctr"/>
            <a:r>
              <a:rPr lang="es-ES" sz="4500" dirty="0"/>
              <a:t>L</a:t>
            </a:r>
          </a:p>
          <a:p>
            <a:pPr algn="ctr"/>
            <a:r>
              <a:rPr lang="es-ES" sz="4500" dirty="0"/>
              <a:t>E</a:t>
            </a:r>
          </a:p>
          <a:p>
            <a:pPr algn="ctr"/>
            <a:r>
              <a:rPr lang="es-ES" sz="4500" dirty="0"/>
              <a:t>G</a:t>
            </a:r>
          </a:p>
          <a:p>
            <a:pPr algn="ctr"/>
            <a:r>
              <a:rPr lang="es-ES" sz="4500" dirty="0"/>
              <a:t>I</a:t>
            </a:r>
          </a:p>
          <a:p>
            <a:pPr algn="ctr"/>
            <a:r>
              <a:rPr lang="es-ES" sz="4500" dirty="0"/>
              <a:t>O</a:t>
            </a:r>
          </a:p>
          <a:p>
            <a:pPr algn="ctr"/>
            <a:r>
              <a:rPr lang="es-ES" sz="4500" dirty="0"/>
              <a:t>S</a:t>
            </a:r>
          </a:p>
        </p:txBody>
      </p:sp>
      <p:sp>
        <p:nvSpPr>
          <p:cNvPr id="68" name="Flecha: a la derecha con muesca 67">
            <a:extLst>
              <a:ext uri="{FF2B5EF4-FFF2-40B4-BE49-F238E27FC236}">
                <a16:creationId xmlns="" xmlns:a16="http://schemas.microsoft.com/office/drawing/2014/main" id="{8F937D5A-9D50-7C25-B8A6-DE3A5BA41D12}"/>
              </a:ext>
            </a:extLst>
          </p:cNvPr>
          <p:cNvSpPr/>
          <p:nvPr/>
        </p:nvSpPr>
        <p:spPr>
          <a:xfrm rot="10800000">
            <a:off x="10827146" y="4592594"/>
            <a:ext cx="978408" cy="1062081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CuadroTexto 70">
            <a:extLst>
              <a:ext uri="{FF2B5EF4-FFF2-40B4-BE49-F238E27FC236}">
                <a16:creationId xmlns="" xmlns:a16="http://schemas.microsoft.com/office/drawing/2014/main" id="{B8BBC416-0B06-941C-340D-23CAAC9576ED}"/>
              </a:ext>
            </a:extLst>
          </p:cNvPr>
          <p:cNvSpPr txBox="1"/>
          <p:nvPr/>
        </p:nvSpPr>
        <p:spPr>
          <a:xfrm>
            <a:off x="13640168" y="1969909"/>
            <a:ext cx="585014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SQL-DEVELOPER</a:t>
            </a:r>
          </a:p>
          <a:p>
            <a:pPr algn="ctr"/>
            <a:r>
              <a:rPr lang="es-ES" sz="3200" dirty="0"/>
              <a:t>Un administrador crea un usuario y asigna un espacio para trabajar</a:t>
            </a:r>
          </a:p>
        </p:txBody>
      </p:sp>
      <p:sp>
        <p:nvSpPr>
          <p:cNvPr id="73" name="Flecha: a la derecha con muesca 72">
            <a:extLst>
              <a:ext uri="{FF2B5EF4-FFF2-40B4-BE49-F238E27FC236}">
                <a16:creationId xmlns="" xmlns:a16="http://schemas.microsoft.com/office/drawing/2014/main" id="{1E4004F8-3498-A59D-80A8-6BFFC437BCEB}"/>
              </a:ext>
            </a:extLst>
          </p:cNvPr>
          <p:cNvSpPr/>
          <p:nvPr/>
        </p:nvSpPr>
        <p:spPr>
          <a:xfrm rot="10800000">
            <a:off x="10942129" y="7788275"/>
            <a:ext cx="978408" cy="1062081"/>
          </a:xfrm>
          <a:prstGeom prst="notched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A900659A-6A1B-4D6F-658C-0E5C2954989C}"/>
              </a:ext>
            </a:extLst>
          </p:cNvPr>
          <p:cNvSpPr txBox="1"/>
          <p:nvPr/>
        </p:nvSpPr>
        <p:spPr>
          <a:xfrm>
            <a:off x="13968585" y="6575205"/>
            <a:ext cx="51933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CUENTA </a:t>
            </a:r>
          </a:p>
          <a:p>
            <a:pPr algn="ctr"/>
            <a:r>
              <a:rPr lang="es-ES" sz="4000" b="1" dirty="0"/>
              <a:t>ORACLE-CLOUD</a:t>
            </a:r>
          </a:p>
          <a:p>
            <a:pPr algn="ctr"/>
            <a:r>
              <a:rPr lang="es-ES" sz="3200" dirty="0"/>
              <a:t>Ustedes pueden crear su propia base de dato y definir los dueños de objetos que estimen convenientes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E4BB8D4C-D47F-319D-C05C-B4DC240096BE}"/>
              </a:ext>
            </a:extLst>
          </p:cNvPr>
          <p:cNvSpPr txBox="1"/>
          <p:nvPr/>
        </p:nvSpPr>
        <p:spPr>
          <a:xfrm>
            <a:off x="847628" y="833519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Crear una BD</a:t>
            </a:r>
          </a:p>
        </p:txBody>
      </p:sp>
    </p:spTree>
    <p:extLst>
      <p:ext uri="{BB962C8B-B14F-4D97-AF65-F5344CB8AC3E}">
        <p14:creationId xmlns:p14="http://schemas.microsoft.com/office/powerpoint/2010/main" val="388857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72C3E0A-DA77-4086-1C7C-05CF8F79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037A0149-0C52-C2FA-412B-59D4FEC20D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MX" sz="4400" dirty="0"/>
              <a:t>CONEXION BD-Cloud</a:t>
            </a:r>
            <a:endParaRPr lang="es-CL" sz="4400" dirty="0"/>
          </a:p>
        </p:txBody>
      </p:sp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C6647626-A420-0244-3C9D-9CB4CCB97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01" y="1467487"/>
            <a:ext cx="16792423" cy="868513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304102F8-A39A-32F6-D947-3AC9F185F898}"/>
              </a:ext>
            </a:extLst>
          </p:cNvPr>
          <p:cNvSpPr txBox="1"/>
          <p:nvPr/>
        </p:nvSpPr>
        <p:spPr>
          <a:xfrm>
            <a:off x="2466026" y="10199953"/>
            <a:ext cx="16348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solidFill>
                  <a:srgbClr val="C00000"/>
                </a:solidFill>
              </a:rPr>
              <a:t>Ingresar a SQL DEVELOPER</a:t>
            </a:r>
            <a:endParaRPr lang="es-ES" sz="3200" dirty="0">
              <a:solidFill>
                <a:srgbClr val="C00000"/>
              </a:solidFill>
            </a:endParaRPr>
          </a:p>
        </p:txBody>
      </p:sp>
      <p:sp>
        <p:nvSpPr>
          <p:cNvPr id="7" name="Bocadillo: ovalado 6">
            <a:extLst>
              <a:ext uri="{FF2B5EF4-FFF2-40B4-BE49-F238E27FC236}">
                <a16:creationId xmlns="" xmlns:a16="http://schemas.microsoft.com/office/drawing/2014/main" id="{FD3DB599-CD61-7E4A-5347-C13EC59437DA}"/>
              </a:ext>
            </a:extLst>
          </p:cNvPr>
          <p:cNvSpPr/>
          <p:nvPr/>
        </p:nvSpPr>
        <p:spPr>
          <a:xfrm>
            <a:off x="5797550" y="3597275"/>
            <a:ext cx="4267200" cy="1600200"/>
          </a:xfrm>
          <a:prstGeom prst="wedgeEllipseCallout">
            <a:avLst>
              <a:gd name="adj1" fmla="val -159760"/>
              <a:gd name="adj2" fmla="val -10643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rgbClr val="002060"/>
                </a:solidFill>
              </a:rPr>
              <a:t>Crear una nueva conexión</a:t>
            </a:r>
          </a:p>
        </p:txBody>
      </p:sp>
    </p:spTree>
    <p:extLst>
      <p:ext uri="{BB962C8B-B14F-4D97-AF65-F5344CB8AC3E}">
        <p14:creationId xmlns:p14="http://schemas.microsoft.com/office/powerpoint/2010/main" val="298224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15BD2B0-075D-EBAB-C3BE-13BF0067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="" xmlns:a16="http://schemas.microsoft.com/office/drawing/2014/main" id="{3A2F7BA1-EA6C-8EAA-FA11-70D2B159F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1464051"/>
            <a:ext cx="16204877" cy="8305423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B6BC7683-1272-0026-6448-B21E822A50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MX" sz="4400" dirty="0"/>
              <a:t>CONEXION BD-Cloud</a:t>
            </a:r>
            <a:endParaRPr lang="es-CL" sz="4400" dirty="0"/>
          </a:p>
        </p:txBody>
      </p:sp>
      <p:sp>
        <p:nvSpPr>
          <p:cNvPr id="7" name="Bocadillo: ovalado 6">
            <a:extLst>
              <a:ext uri="{FF2B5EF4-FFF2-40B4-BE49-F238E27FC236}">
                <a16:creationId xmlns="" xmlns:a16="http://schemas.microsoft.com/office/drawing/2014/main" id="{19E4AC8C-EEBD-183D-9586-059DBBD7437A}"/>
              </a:ext>
            </a:extLst>
          </p:cNvPr>
          <p:cNvSpPr/>
          <p:nvPr/>
        </p:nvSpPr>
        <p:spPr>
          <a:xfrm>
            <a:off x="9616763" y="2057545"/>
            <a:ext cx="3940487" cy="1634295"/>
          </a:xfrm>
          <a:prstGeom prst="wedgeEllipseCallout">
            <a:avLst>
              <a:gd name="adj1" fmla="val -79839"/>
              <a:gd name="adj2" fmla="val 8139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rgbClr val="002060"/>
                </a:solidFill>
              </a:rPr>
              <a:t>Nombre del usuario asignado en </a:t>
            </a:r>
            <a:r>
              <a:rPr lang="es-ES" sz="2400" dirty="0" err="1">
                <a:solidFill>
                  <a:srgbClr val="002060"/>
                </a:solidFill>
              </a:rPr>
              <a:t>excel</a:t>
            </a:r>
            <a:r>
              <a:rPr lang="es-ES" sz="2400" dirty="0">
                <a:solidFill>
                  <a:srgbClr val="002060"/>
                </a:solidFill>
              </a:rPr>
              <a:t> Usuarios BD-Cloud</a:t>
            </a:r>
          </a:p>
        </p:txBody>
      </p:sp>
      <p:sp>
        <p:nvSpPr>
          <p:cNvPr id="8" name="Bocadillo: ovalado 7">
            <a:extLst>
              <a:ext uri="{FF2B5EF4-FFF2-40B4-BE49-F238E27FC236}">
                <a16:creationId xmlns="" xmlns:a16="http://schemas.microsoft.com/office/drawing/2014/main" id="{4D982535-79DB-0764-1362-6B165593A909}"/>
              </a:ext>
            </a:extLst>
          </p:cNvPr>
          <p:cNvSpPr/>
          <p:nvPr/>
        </p:nvSpPr>
        <p:spPr>
          <a:xfrm>
            <a:off x="14592116" y="2718651"/>
            <a:ext cx="3765734" cy="1567021"/>
          </a:xfrm>
          <a:prstGeom prst="wedgeEllipseCallout">
            <a:avLst>
              <a:gd name="adj1" fmla="val -204546"/>
              <a:gd name="adj2" fmla="val 11316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rgbClr val="002060"/>
                </a:solidFill>
              </a:rPr>
              <a:t>Nombre del usuario asignado en </a:t>
            </a:r>
            <a:r>
              <a:rPr lang="es-ES" sz="2400" dirty="0" err="1">
                <a:solidFill>
                  <a:srgbClr val="002060"/>
                </a:solidFill>
              </a:rPr>
              <a:t>excel</a:t>
            </a:r>
            <a:r>
              <a:rPr lang="es-ES" sz="2400" dirty="0">
                <a:solidFill>
                  <a:srgbClr val="002060"/>
                </a:solidFill>
              </a:rPr>
              <a:t> Usuarios BD-Cloud</a:t>
            </a:r>
          </a:p>
        </p:txBody>
      </p:sp>
      <p:sp>
        <p:nvSpPr>
          <p:cNvPr id="9" name="Bocadillo: ovalado 8">
            <a:extLst>
              <a:ext uri="{FF2B5EF4-FFF2-40B4-BE49-F238E27FC236}">
                <a16:creationId xmlns="" xmlns:a16="http://schemas.microsoft.com/office/drawing/2014/main" id="{ED38B963-8AC4-6A87-CFE3-17DCF4229D81}"/>
              </a:ext>
            </a:extLst>
          </p:cNvPr>
          <p:cNvSpPr/>
          <p:nvPr/>
        </p:nvSpPr>
        <p:spPr>
          <a:xfrm>
            <a:off x="14624050" y="4441565"/>
            <a:ext cx="3733800" cy="1567021"/>
          </a:xfrm>
          <a:prstGeom prst="wedgeEllipseCallout">
            <a:avLst>
              <a:gd name="adj1" fmla="val -206976"/>
              <a:gd name="adj2" fmla="val 1604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 err="1">
                <a:solidFill>
                  <a:srgbClr val="002060"/>
                </a:solidFill>
              </a:rPr>
              <a:t>Password</a:t>
            </a:r>
            <a:r>
              <a:rPr lang="es-ES" sz="2400" dirty="0">
                <a:solidFill>
                  <a:srgbClr val="002060"/>
                </a:solidFill>
              </a:rPr>
              <a:t> asignado en </a:t>
            </a:r>
            <a:r>
              <a:rPr lang="es-ES" sz="2400" dirty="0" err="1">
                <a:solidFill>
                  <a:srgbClr val="002060"/>
                </a:solidFill>
              </a:rPr>
              <a:t>excel</a:t>
            </a:r>
            <a:r>
              <a:rPr lang="es-ES" sz="2400" dirty="0">
                <a:solidFill>
                  <a:srgbClr val="002060"/>
                </a:solidFill>
              </a:rPr>
              <a:t> Usuarios BD-Cloud</a:t>
            </a:r>
          </a:p>
        </p:txBody>
      </p:sp>
      <p:sp>
        <p:nvSpPr>
          <p:cNvPr id="12" name="Bocadillo: ovalado 11">
            <a:extLst>
              <a:ext uri="{FF2B5EF4-FFF2-40B4-BE49-F238E27FC236}">
                <a16:creationId xmlns="" xmlns:a16="http://schemas.microsoft.com/office/drawing/2014/main" id="{4D4AAD29-34F4-AFCE-EB5C-32562732BEF9}"/>
              </a:ext>
            </a:extLst>
          </p:cNvPr>
          <p:cNvSpPr/>
          <p:nvPr/>
        </p:nvSpPr>
        <p:spPr>
          <a:xfrm>
            <a:off x="15382644" y="6164479"/>
            <a:ext cx="3308166" cy="967122"/>
          </a:xfrm>
          <a:prstGeom prst="wedgeEllipseCallout">
            <a:avLst>
              <a:gd name="adj1" fmla="val -221821"/>
              <a:gd name="adj2" fmla="val -7655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rgbClr val="002060"/>
                </a:solidFill>
              </a:rPr>
              <a:t>Seleccionar Cartera de Cloud</a:t>
            </a:r>
          </a:p>
        </p:txBody>
      </p:sp>
      <p:sp>
        <p:nvSpPr>
          <p:cNvPr id="13" name="Bocadillo: ovalado 12">
            <a:extLst>
              <a:ext uri="{FF2B5EF4-FFF2-40B4-BE49-F238E27FC236}">
                <a16:creationId xmlns="" xmlns:a16="http://schemas.microsoft.com/office/drawing/2014/main" id="{6E80DDEB-06D2-0EC4-A231-7A4316AFC896}"/>
              </a:ext>
            </a:extLst>
          </p:cNvPr>
          <p:cNvSpPr/>
          <p:nvPr/>
        </p:nvSpPr>
        <p:spPr>
          <a:xfrm>
            <a:off x="15865566" y="8146016"/>
            <a:ext cx="3711483" cy="1861844"/>
          </a:xfrm>
          <a:prstGeom prst="wedgeEllipseCallout">
            <a:avLst>
              <a:gd name="adj1" fmla="val -150602"/>
              <a:gd name="adj2" fmla="val -13720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rgbClr val="002060"/>
                </a:solidFill>
              </a:rPr>
              <a:t>Seleccionar el archivo bajado Wallet_DBAULA01</a:t>
            </a:r>
          </a:p>
        </p:txBody>
      </p:sp>
      <p:sp>
        <p:nvSpPr>
          <p:cNvPr id="14" name="Bocadillo: ovalado 13">
            <a:extLst>
              <a:ext uri="{FF2B5EF4-FFF2-40B4-BE49-F238E27FC236}">
                <a16:creationId xmlns="" xmlns:a16="http://schemas.microsoft.com/office/drawing/2014/main" id="{02659D18-420E-9EFA-A51E-3F91E120AB9F}"/>
              </a:ext>
            </a:extLst>
          </p:cNvPr>
          <p:cNvSpPr/>
          <p:nvPr/>
        </p:nvSpPr>
        <p:spPr>
          <a:xfrm>
            <a:off x="9366250" y="8242063"/>
            <a:ext cx="3711483" cy="1861844"/>
          </a:xfrm>
          <a:prstGeom prst="wedgeEllipseCallout">
            <a:avLst>
              <a:gd name="adj1" fmla="val -2266"/>
              <a:gd name="adj2" fmla="val -8298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rgbClr val="002060"/>
                </a:solidFill>
              </a:rPr>
              <a:t>Conectar</a:t>
            </a:r>
          </a:p>
        </p:txBody>
      </p:sp>
      <p:sp>
        <p:nvSpPr>
          <p:cNvPr id="15" name="Bocadillo: ovalado 14">
            <a:extLst>
              <a:ext uri="{FF2B5EF4-FFF2-40B4-BE49-F238E27FC236}">
                <a16:creationId xmlns="" xmlns:a16="http://schemas.microsoft.com/office/drawing/2014/main" id="{71684A36-A286-E561-2999-5D9335FA62EC}"/>
              </a:ext>
            </a:extLst>
          </p:cNvPr>
          <p:cNvSpPr/>
          <p:nvPr/>
        </p:nvSpPr>
        <p:spPr>
          <a:xfrm>
            <a:off x="4000684" y="8669827"/>
            <a:ext cx="3711483" cy="1861844"/>
          </a:xfrm>
          <a:prstGeom prst="wedgeEllipseCallout">
            <a:avLst>
              <a:gd name="adj1" fmla="val -116212"/>
              <a:gd name="adj2" fmla="val -36435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rgbClr val="002060"/>
                </a:solidFill>
              </a:rPr>
              <a:t>Se creó una nueva conexión para el usuario indicado</a:t>
            </a:r>
          </a:p>
        </p:txBody>
      </p:sp>
    </p:spTree>
    <p:extLst>
      <p:ext uri="{BB962C8B-B14F-4D97-AF65-F5344CB8AC3E}">
        <p14:creationId xmlns:p14="http://schemas.microsoft.com/office/powerpoint/2010/main" val="198485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83475"/>
            <a:ext cx="10814050" cy="2031325"/>
          </a:xfrm>
        </p:spPr>
        <p:txBody>
          <a:bodyPr/>
          <a:lstStyle/>
          <a:p>
            <a:r>
              <a:rPr lang="es-CL" sz="6600" dirty="0"/>
              <a:t>CREAR TABLAS E INSERTAR DATOS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213850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819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D50EF62-69D3-88A4-FC41-F5941C9B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4B0227D-5220-F643-E30D-AE0AE239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DE COMANDOS SQL</a:t>
            </a:r>
          </a:p>
        </p:txBody>
      </p:sp>
      <p:pic>
        <p:nvPicPr>
          <p:cNvPr id="17" name="Imagen 16" descr="Diagrama&#10;&#10;El contenido generado por IA puede ser incorrecto.">
            <a:extLst>
              <a:ext uri="{FF2B5EF4-FFF2-40B4-BE49-F238E27FC236}">
                <a16:creationId xmlns="" xmlns:a16="http://schemas.microsoft.com/office/drawing/2014/main" id="{51759D37-2246-12D0-D424-AD56CB003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451" y="1844675"/>
            <a:ext cx="16713200" cy="74676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="" xmlns:a16="http://schemas.microsoft.com/office/drawing/2014/main" id="{D0FB138C-1391-3E1C-69DA-AE3AF135D6EB}"/>
              </a:ext>
            </a:extLst>
          </p:cNvPr>
          <p:cNvSpPr txBox="1"/>
          <p:nvPr/>
        </p:nvSpPr>
        <p:spPr>
          <a:xfrm>
            <a:off x="15995650" y="9315762"/>
            <a:ext cx="2921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ctr">
              <a:defRPr b="1" i="0">
                <a:solidFill>
                  <a:srgbClr val="001D35"/>
                </a:solidFill>
                <a:effectLst/>
                <a:latin typeface="Google Sans"/>
              </a:defRPr>
            </a:lvl1pPr>
          </a:lstStyle>
          <a:p>
            <a:r>
              <a:rPr lang="es-ES" sz="2400" dirty="0"/>
              <a:t>Data </a:t>
            </a:r>
          </a:p>
          <a:p>
            <a:r>
              <a:rPr lang="es-ES" sz="2400" dirty="0"/>
              <a:t>Control </a:t>
            </a:r>
            <a:r>
              <a:rPr lang="es-ES" sz="2400" dirty="0" err="1"/>
              <a:t>Language</a:t>
            </a:r>
            <a:endParaRPr lang="es-ES" sz="2400" dirty="0"/>
          </a:p>
        </p:txBody>
      </p:sp>
      <p:sp>
        <p:nvSpPr>
          <p:cNvPr id="21" name="CuadroTexto 20">
            <a:extLst>
              <a:ext uri="{FF2B5EF4-FFF2-40B4-BE49-F238E27FC236}">
                <a16:creationId xmlns="" xmlns:a16="http://schemas.microsoft.com/office/drawing/2014/main" id="{C8E303E4-A2C8-6011-DB64-FE4803D449B6}"/>
              </a:ext>
            </a:extLst>
          </p:cNvPr>
          <p:cNvSpPr txBox="1"/>
          <p:nvPr/>
        </p:nvSpPr>
        <p:spPr>
          <a:xfrm>
            <a:off x="12490452" y="9380526"/>
            <a:ext cx="2743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i="0" dirty="0" err="1">
                <a:solidFill>
                  <a:srgbClr val="001D35"/>
                </a:solidFill>
                <a:effectLst/>
                <a:latin typeface="Google Sans"/>
              </a:rPr>
              <a:t>Transaction</a:t>
            </a:r>
            <a:r>
              <a:rPr lang="es-ES" sz="2400" b="1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</a:p>
          <a:p>
            <a:pPr algn="ctr"/>
            <a:r>
              <a:rPr lang="es-ES" sz="2400" b="1" i="0" dirty="0">
                <a:solidFill>
                  <a:srgbClr val="001D35"/>
                </a:solidFill>
                <a:effectLst/>
                <a:latin typeface="Google Sans"/>
              </a:rPr>
              <a:t>Control </a:t>
            </a:r>
            <a:r>
              <a:rPr lang="es-ES" sz="2400" b="1" i="0" dirty="0" err="1">
                <a:solidFill>
                  <a:srgbClr val="001D35"/>
                </a:solidFill>
                <a:effectLst/>
                <a:latin typeface="Google Sans"/>
              </a:rPr>
              <a:t>Language</a:t>
            </a:r>
            <a:endParaRPr lang="es-ES" sz="2400" b="1" dirty="0"/>
          </a:p>
        </p:txBody>
      </p:sp>
      <p:sp>
        <p:nvSpPr>
          <p:cNvPr id="23" name="CuadroTexto 22">
            <a:extLst>
              <a:ext uri="{FF2B5EF4-FFF2-40B4-BE49-F238E27FC236}">
                <a16:creationId xmlns="" xmlns:a16="http://schemas.microsoft.com/office/drawing/2014/main" id="{07F94AAF-D3FE-C2CC-B770-E83F377D3162}"/>
              </a:ext>
            </a:extLst>
          </p:cNvPr>
          <p:cNvSpPr txBox="1"/>
          <p:nvPr/>
        </p:nvSpPr>
        <p:spPr>
          <a:xfrm>
            <a:off x="5708649" y="9589274"/>
            <a:ext cx="5867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ctr">
              <a:defRPr b="1" i="0">
                <a:solidFill>
                  <a:srgbClr val="001D35"/>
                </a:solidFill>
                <a:effectLst/>
                <a:latin typeface="Google Sans"/>
              </a:defRPr>
            </a:lvl1pPr>
          </a:lstStyle>
          <a:p>
            <a:r>
              <a:rPr lang="es-ES" sz="2400" dirty="0"/>
              <a:t>Data </a:t>
            </a:r>
            <a:r>
              <a:rPr lang="es-ES" sz="2400" dirty="0" err="1"/>
              <a:t>Manipulation</a:t>
            </a:r>
            <a:r>
              <a:rPr lang="es-ES" sz="2400" dirty="0"/>
              <a:t> </a:t>
            </a:r>
            <a:r>
              <a:rPr lang="es-ES" sz="2400" dirty="0" err="1"/>
              <a:t>Language</a:t>
            </a:r>
            <a:endParaRPr lang="es-ES" sz="2400" dirty="0"/>
          </a:p>
        </p:txBody>
      </p: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0F7E3BF4-E5CA-A98D-A4D7-59A879B42A3E}"/>
              </a:ext>
            </a:extLst>
          </p:cNvPr>
          <p:cNvSpPr txBox="1"/>
          <p:nvPr/>
        </p:nvSpPr>
        <p:spPr>
          <a:xfrm>
            <a:off x="2203451" y="9312275"/>
            <a:ext cx="2743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i="0" dirty="0">
                <a:solidFill>
                  <a:srgbClr val="001D35"/>
                </a:solidFill>
                <a:effectLst/>
                <a:latin typeface="Google Sans"/>
              </a:rPr>
              <a:t>Data </a:t>
            </a:r>
          </a:p>
          <a:p>
            <a:pPr algn="ctr"/>
            <a:r>
              <a:rPr lang="es-ES" sz="2400" b="1" i="0" dirty="0" err="1">
                <a:solidFill>
                  <a:srgbClr val="001D35"/>
                </a:solidFill>
                <a:effectLst/>
                <a:latin typeface="Google Sans"/>
              </a:rPr>
              <a:t>Definition</a:t>
            </a:r>
            <a:r>
              <a:rPr lang="es-ES" sz="2400" b="1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es-ES" sz="2400" b="1" i="0" dirty="0" err="1">
                <a:solidFill>
                  <a:srgbClr val="001D35"/>
                </a:solidFill>
                <a:effectLst/>
                <a:latin typeface="Google Sans"/>
              </a:rPr>
              <a:t>Language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365666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6FAC354-7CA4-EFD9-3E00-B2CE66871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FBED931-B248-6EB0-3221-62297CE7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DE COMANDOS SQL</a:t>
            </a:r>
          </a:p>
        </p:txBody>
      </p:sp>
      <p:pic>
        <p:nvPicPr>
          <p:cNvPr id="2050" name="Picture 2" descr="Funciones Y Cláusulas De La Instrucción SELECT En SQL: Guía Completa |  NEWSMATIC">
            <a:extLst>
              <a:ext uri="{FF2B5EF4-FFF2-40B4-BE49-F238E27FC236}">
                <a16:creationId xmlns="" xmlns:a16="http://schemas.microsoft.com/office/drawing/2014/main" id="{765BDFD4-A050-7116-3401-E2D3F18C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050" y="1803568"/>
            <a:ext cx="16669829" cy="842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74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108B04-A3A9-A274-E860-AD3032612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59DAAE6-BF86-6C2C-0DCD-BF88701C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COMANDOS SELECT - JOINS</a:t>
            </a:r>
          </a:p>
        </p:txBody>
      </p:sp>
      <p:pic>
        <p:nvPicPr>
          <p:cNvPr id="3080" name="Picture 8" descr="Todos los tipos de JOIN en SQL - Guía de referencia rápida">
            <a:extLst>
              <a:ext uri="{FF2B5EF4-FFF2-40B4-BE49-F238E27FC236}">
                <a16:creationId xmlns="" xmlns:a16="http://schemas.microsoft.com/office/drawing/2014/main" id="{1A213A91-F262-7E83-C144-D1609AB81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850" y="1475759"/>
            <a:ext cx="12099098" cy="951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98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3FCC7E6-0E4C-C118-F13A-F0E47D96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AFC4BF9-4A38-2A3D-DDE3-AFDA22D2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COMANDOS SELECT - JOINS</a:t>
            </a:r>
          </a:p>
        </p:txBody>
      </p:sp>
      <p:pic>
        <p:nvPicPr>
          <p:cNvPr id="4100" name="Picture 4" descr="Enumerar y explicar todos los elementos básicos de una consulta SQL |  LearnSQL.es">
            <a:extLst>
              <a:ext uri="{FF2B5EF4-FFF2-40B4-BE49-F238E27FC236}">
                <a16:creationId xmlns="" xmlns:a16="http://schemas.microsoft.com/office/drawing/2014/main" id="{97951A39-419D-E526-234B-A8FA86787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1844675"/>
            <a:ext cx="17589173" cy="844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1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CREAR TABLAS E INSERTAR DATOS</a:t>
            </a:r>
          </a:p>
        </p:txBody>
      </p:sp>
      <p:pic>
        <p:nvPicPr>
          <p:cNvPr id="1166" name="Imagen 1165">
            <a:extLst>
              <a:ext uri="{FF2B5EF4-FFF2-40B4-BE49-F238E27FC236}">
                <a16:creationId xmlns="" xmlns:a16="http://schemas.microsoft.com/office/drawing/2014/main" id="{D0CE1AA9-BECB-DACE-DB82-3765EB9D3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03" y="1432562"/>
            <a:ext cx="16644869" cy="8717913"/>
          </a:xfrm>
          <a:prstGeom prst="rect">
            <a:avLst/>
          </a:prstGeom>
        </p:spPr>
      </p:pic>
      <p:sp>
        <p:nvSpPr>
          <p:cNvPr id="1167" name="CuadroTexto 1166">
            <a:extLst>
              <a:ext uri="{FF2B5EF4-FFF2-40B4-BE49-F238E27FC236}">
                <a16:creationId xmlns="" xmlns:a16="http://schemas.microsoft.com/office/drawing/2014/main" id="{98102A94-2C87-EA57-F261-CD1AE66D5C23}"/>
              </a:ext>
            </a:extLst>
          </p:cNvPr>
          <p:cNvSpPr txBox="1"/>
          <p:nvPr/>
        </p:nvSpPr>
        <p:spPr>
          <a:xfrm>
            <a:off x="6318250" y="4731345"/>
            <a:ext cx="83407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/>
              <a:t>Zona de creación de script</a:t>
            </a:r>
          </a:p>
        </p:txBody>
      </p:sp>
    </p:spTree>
    <p:extLst>
      <p:ext uri="{BB962C8B-B14F-4D97-AF65-F5344CB8AC3E}">
        <p14:creationId xmlns:p14="http://schemas.microsoft.com/office/powerpoint/2010/main" val="27518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D8C4329-769D-7FD5-83C5-9814E322F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227F5DC3-92CF-42CA-B1A2-FD2D74623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46" y="1467487"/>
            <a:ext cx="16989007" cy="8565513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7EC84FFF-88D5-C6A3-8CEF-91FA5DB09A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CREAR TABLAS E INSERTAR DATOS</a:t>
            </a:r>
          </a:p>
        </p:txBody>
      </p:sp>
      <p:sp>
        <p:nvSpPr>
          <p:cNvPr id="1167" name="CuadroTexto 1166">
            <a:extLst>
              <a:ext uri="{FF2B5EF4-FFF2-40B4-BE49-F238E27FC236}">
                <a16:creationId xmlns="" xmlns:a16="http://schemas.microsoft.com/office/drawing/2014/main" id="{42B25030-B863-F975-3F7E-281E05EC7AB9}"/>
              </a:ext>
            </a:extLst>
          </p:cNvPr>
          <p:cNvSpPr txBox="1"/>
          <p:nvPr/>
        </p:nvSpPr>
        <p:spPr>
          <a:xfrm>
            <a:off x="8680450" y="4664075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solidFill>
                  <a:srgbClr val="C00000"/>
                </a:solidFill>
              </a:rPr>
              <a:t>COPIAR script DDL desde </a:t>
            </a:r>
          </a:p>
          <a:p>
            <a:pPr algn="ctr"/>
            <a:r>
              <a:rPr lang="es-ES" sz="4000" b="1" dirty="0">
                <a:solidFill>
                  <a:srgbClr val="C00000"/>
                </a:solidFill>
              </a:rPr>
              <a:t>SQL-DEVELOPER </a:t>
            </a:r>
          </a:p>
          <a:p>
            <a:pPr algn="ctr"/>
            <a:r>
              <a:rPr lang="es-ES" sz="4000" b="1" dirty="0">
                <a:solidFill>
                  <a:srgbClr val="C00000"/>
                </a:solidFill>
              </a:rPr>
              <a:t>Data </a:t>
            </a:r>
            <a:r>
              <a:rPr lang="es-ES" sz="4000" b="1" dirty="0" err="1">
                <a:solidFill>
                  <a:srgbClr val="C00000"/>
                </a:solidFill>
              </a:rPr>
              <a:t>Modeler</a:t>
            </a:r>
            <a:endParaRPr lang="es-E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41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4EBFBB-88AE-8790-1152-18CA0C1C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="" xmlns:a16="http://schemas.microsoft.com/office/drawing/2014/main" id="{4861AFD4-7109-045A-DE29-CDCC1ACB1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55" y="1508762"/>
            <a:ext cx="17014195" cy="8565513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DE8BF44F-6195-3C3B-C90D-6C2D05A193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CREAR TABLAS E INSERTAR DATOS</a:t>
            </a:r>
          </a:p>
        </p:txBody>
      </p:sp>
      <p:sp>
        <p:nvSpPr>
          <p:cNvPr id="1167" name="CuadroTexto 1166">
            <a:extLst>
              <a:ext uri="{FF2B5EF4-FFF2-40B4-BE49-F238E27FC236}">
                <a16:creationId xmlns="" xmlns:a16="http://schemas.microsoft.com/office/drawing/2014/main" id="{A96CA54D-E43E-4650-D9CF-DB2441B7B99B}"/>
              </a:ext>
            </a:extLst>
          </p:cNvPr>
          <p:cNvSpPr txBox="1"/>
          <p:nvPr/>
        </p:nvSpPr>
        <p:spPr>
          <a:xfrm>
            <a:off x="11118850" y="3135850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solidFill>
                  <a:srgbClr val="C00000"/>
                </a:solidFill>
              </a:rPr>
              <a:t>Insertarlo en  zona de creación de script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="" xmlns:a16="http://schemas.microsoft.com/office/drawing/2014/main" id="{F64AE468-2532-4A14-06DF-71BB76C3E77F}"/>
              </a:ext>
            </a:extLst>
          </p:cNvPr>
          <p:cNvSpPr/>
          <p:nvPr/>
        </p:nvSpPr>
        <p:spPr>
          <a:xfrm>
            <a:off x="11118850" y="5654675"/>
            <a:ext cx="3886200" cy="1231107"/>
          </a:xfrm>
          <a:prstGeom prst="wedgeEllipseCallout">
            <a:avLst>
              <a:gd name="adj1" fmla="val -247715"/>
              <a:gd name="adj2" fmla="val -30344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rgbClr val="002060"/>
                </a:solidFill>
              </a:rPr>
              <a:t>Ejecutar script </a:t>
            </a:r>
          </a:p>
        </p:txBody>
      </p:sp>
      <p:sp>
        <p:nvSpPr>
          <p:cNvPr id="7" name="Bocadillo: ovalado 6">
            <a:extLst>
              <a:ext uri="{FF2B5EF4-FFF2-40B4-BE49-F238E27FC236}">
                <a16:creationId xmlns="" xmlns:a16="http://schemas.microsoft.com/office/drawing/2014/main" id="{102345DC-0573-A815-B15A-242533928AB3}"/>
              </a:ext>
            </a:extLst>
          </p:cNvPr>
          <p:cNvSpPr/>
          <p:nvPr/>
        </p:nvSpPr>
        <p:spPr>
          <a:xfrm>
            <a:off x="11271250" y="8081168"/>
            <a:ext cx="4495800" cy="1688307"/>
          </a:xfrm>
          <a:prstGeom prst="wedgeEllipseCallout">
            <a:avLst>
              <a:gd name="adj1" fmla="val -209595"/>
              <a:gd name="adj2" fmla="val -7034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rgbClr val="002060"/>
                </a:solidFill>
              </a:rPr>
              <a:t>Revisar que todo esta OK en el log</a:t>
            </a:r>
          </a:p>
        </p:txBody>
      </p:sp>
    </p:spTree>
    <p:extLst>
      <p:ext uri="{BB962C8B-B14F-4D97-AF65-F5344CB8AC3E}">
        <p14:creationId xmlns:p14="http://schemas.microsoft.com/office/powerpoint/2010/main" val="22660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E339C8-5253-708B-D78F-2BC5C4C5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AD0629D3-E0F9-789A-BC15-644E60E9E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77" y="1432562"/>
            <a:ext cx="16792423" cy="8313081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FE7CCB04-4154-BA53-4C41-3816678EEB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CREAR TABLAS E INSERTAR DATOS</a:t>
            </a:r>
          </a:p>
        </p:txBody>
      </p:sp>
      <p:sp>
        <p:nvSpPr>
          <p:cNvPr id="6" name="Bocadillo: ovalado 5">
            <a:extLst>
              <a:ext uri="{FF2B5EF4-FFF2-40B4-BE49-F238E27FC236}">
                <a16:creationId xmlns="" xmlns:a16="http://schemas.microsoft.com/office/drawing/2014/main" id="{942A9737-CC68-5D9A-1024-7A9865BA4FC9}"/>
              </a:ext>
            </a:extLst>
          </p:cNvPr>
          <p:cNvSpPr/>
          <p:nvPr/>
        </p:nvSpPr>
        <p:spPr>
          <a:xfrm>
            <a:off x="11002735" y="3068557"/>
            <a:ext cx="4673600" cy="1688307"/>
          </a:xfrm>
          <a:prstGeom prst="wedgeEllipseCallout">
            <a:avLst>
              <a:gd name="adj1" fmla="val -175568"/>
              <a:gd name="adj2" fmla="val -8906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rgbClr val="002060"/>
                </a:solidFill>
              </a:rPr>
              <a:t>Limpiar zona de creación de script</a:t>
            </a:r>
          </a:p>
        </p:txBody>
      </p:sp>
      <p:sp>
        <p:nvSpPr>
          <p:cNvPr id="7" name="Bocadillo: ovalado 6">
            <a:extLst>
              <a:ext uri="{FF2B5EF4-FFF2-40B4-BE49-F238E27FC236}">
                <a16:creationId xmlns="" xmlns:a16="http://schemas.microsoft.com/office/drawing/2014/main" id="{56BCEC02-616C-C879-E476-43539EE5051F}"/>
              </a:ext>
            </a:extLst>
          </p:cNvPr>
          <p:cNvSpPr/>
          <p:nvPr/>
        </p:nvSpPr>
        <p:spPr>
          <a:xfrm>
            <a:off x="11942535" y="5708333"/>
            <a:ext cx="3733800" cy="1688307"/>
          </a:xfrm>
          <a:prstGeom prst="wedgeEllipseCallout">
            <a:avLst>
              <a:gd name="adj1" fmla="val -279035"/>
              <a:gd name="adj2" fmla="val -6244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dirty="0">
                <a:solidFill>
                  <a:srgbClr val="002060"/>
                </a:solidFill>
              </a:rPr>
              <a:t>Limpiar zona de  log</a:t>
            </a:r>
          </a:p>
        </p:txBody>
      </p:sp>
    </p:spTree>
    <p:extLst>
      <p:ext uri="{BB962C8B-B14F-4D97-AF65-F5344CB8AC3E}">
        <p14:creationId xmlns:p14="http://schemas.microsoft.com/office/powerpoint/2010/main" val="171394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A332F0-AF08-BA42-4225-1A8B4254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="" xmlns:a16="http://schemas.microsoft.com/office/drawing/2014/main" id="{E27BF3DA-FE58-F480-B672-8402269D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03" y="1432562"/>
            <a:ext cx="16644869" cy="8717913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52A00E16-0EDA-8C61-C939-8CA36389E5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CREAR TABLAS E INSERTAR DATOS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74BFE685-5AAB-CDCE-A771-EDA0EF3B24FC}"/>
              </a:ext>
            </a:extLst>
          </p:cNvPr>
          <p:cNvSpPr txBox="1"/>
          <p:nvPr/>
        </p:nvSpPr>
        <p:spPr>
          <a:xfrm>
            <a:off x="4032251" y="3878124"/>
            <a:ext cx="1249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dirty="0">
                <a:solidFill>
                  <a:srgbClr val="C00000"/>
                </a:solidFill>
              </a:rPr>
              <a:t>Abrir Excel </a:t>
            </a:r>
            <a:r>
              <a:rPr lang="es-ES" sz="5400" b="1" dirty="0">
                <a:solidFill>
                  <a:srgbClr val="C00000"/>
                </a:solidFill>
              </a:rPr>
              <a:t>Datos Ventas.xls</a:t>
            </a:r>
          </a:p>
          <a:p>
            <a:pPr algn="ctr"/>
            <a:r>
              <a:rPr lang="es-ES" sz="5400" dirty="0">
                <a:solidFill>
                  <a:srgbClr val="C00000"/>
                </a:solidFill>
              </a:rPr>
              <a:t>Y preparar los scripts de creación de datos y ejecutarlos en esta sección</a:t>
            </a:r>
          </a:p>
        </p:txBody>
      </p:sp>
    </p:spTree>
    <p:extLst>
      <p:ext uri="{BB962C8B-B14F-4D97-AF65-F5344CB8AC3E}">
        <p14:creationId xmlns:p14="http://schemas.microsoft.com/office/powerpoint/2010/main" val="129751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83475"/>
            <a:ext cx="10814050" cy="1015663"/>
          </a:xfrm>
        </p:spPr>
        <p:txBody>
          <a:bodyPr/>
          <a:lstStyle/>
          <a:p>
            <a:r>
              <a:rPr lang="es-CL" sz="6600" dirty="0"/>
              <a:t>GENERAR QUERYS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213850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808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63C7CE8-2826-73C1-3D2D-960F74184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52B8E3C6-34CE-BC69-B2C9-3979F87328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QUERYS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C7CAC218-8624-F033-BBF8-2C25A10D70E5}"/>
              </a:ext>
            </a:extLst>
          </p:cNvPr>
          <p:cNvSpPr txBox="1"/>
          <p:nvPr/>
        </p:nvSpPr>
        <p:spPr>
          <a:xfrm>
            <a:off x="727226" y="1539875"/>
            <a:ext cx="1915462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/>
              <a:t>Complejidad Baja</a:t>
            </a:r>
          </a:p>
          <a:p>
            <a:endParaRPr lang="es-ES" sz="3000" b="1" dirty="0"/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el saludo “Hola Mundo”.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los registros de la tabla ESTADOS.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los registros de la tabla CLIENTES.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los registros de la tabla CLIENTES y los ordene en forma ascendente (A-Z).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los registros de la tabla CLIENTES y los ordene en forma descendente (Z-A).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el código de la comuna “La Florida”.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los clientes que viven en la comuna de “La Florida”.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000" dirty="0"/>
              <a:t>Crear consulta que muestre las ventas del mes de </a:t>
            </a:r>
            <a:r>
              <a:rPr lang="es-ES" sz="3000" dirty="0" smtClean="0"/>
              <a:t>Enero-2025.</a:t>
            </a:r>
            <a:endParaRPr lang="es-ES" sz="3000" dirty="0"/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26CEB6D6-53D2-BC73-63EC-937E21AE20AC}"/>
              </a:ext>
            </a:extLst>
          </p:cNvPr>
          <p:cNvSpPr txBox="1"/>
          <p:nvPr/>
        </p:nvSpPr>
        <p:spPr>
          <a:xfrm>
            <a:off x="727226" y="6645275"/>
            <a:ext cx="170845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Complejidad Media</a:t>
            </a:r>
          </a:p>
          <a:p>
            <a:endParaRPr lang="es-ES" sz="3200" b="1" dirty="0"/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el nombre de la región de cada cliente.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el nombre de la región y </a:t>
            </a:r>
            <a:r>
              <a:rPr lang="es-ES" sz="3200" dirty="0" smtClean="0"/>
              <a:t>comuna de </a:t>
            </a:r>
            <a:r>
              <a:rPr lang="es-ES" sz="3200" dirty="0"/>
              <a:t>cada cliente</a:t>
            </a:r>
            <a:r>
              <a:rPr lang="es-ES" sz="3200" dirty="0" smtClean="0"/>
              <a:t>.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69531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1FE200A-9ADE-6683-461C-AF386812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="" xmlns:a16="http://schemas.microsoft.com/office/drawing/2014/main" id="{E6D48138-9A42-9EF3-7392-AE8EE28B3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677108"/>
          </a:xfrm>
        </p:spPr>
        <p:txBody>
          <a:bodyPr/>
          <a:lstStyle/>
          <a:p>
            <a:pPr algn="l"/>
            <a:r>
              <a:rPr lang="es-CL" sz="4400" dirty="0"/>
              <a:t>GENERAR QUERYS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3250B1AC-EC55-EF6D-8384-992C060A64E2}"/>
              </a:ext>
            </a:extLst>
          </p:cNvPr>
          <p:cNvSpPr txBox="1"/>
          <p:nvPr/>
        </p:nvSpPr>
        <p:spPr>
          <a:xfrm>
            <a:off x="727227" y="1594423"/>
            <a:ext cx="17402023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Complejidad Media - Alta</a:t>
            </a:r>
          </a:p>
          <a:p>
            <a:endParaRPr lang="es-ES" sz="3200" b="1" dirty="0"/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la cantidad de clientes por comuna.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el total de ventas por mes y año.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el total de ventas por Cliente, mes-año, y los ordene en forma descendente por mes-año.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el detalle de los productos asociado a las ventas, incluyendo el nombre de cliente y la descripción del producto.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el detalle de los productos asociado a las ventas, incluyendo el nombre de cliente, la descripción del producto y los montos de cada producto de acuerdo a su precio para la </a:t>
            </a:r>
            <a:r>
              <a:rPr lang="es-ES" sz="3200" dirty="0" smtClean="0"/>
              <a:t>Factura </a:t>
            </a:r>
            <a:r>
              <a:rPr lang="es-ES" sz="3200" smtClean="0"/>
              <a:t>numero 10, 20</a:t>
            </a:r>
            <a:endParaRPr lang="es-ES" sz="3200" b="1" dirty="0"/>
          </a:p>
          <a:p>
            <a:pPr marL="514350" indent="-514350">
              <a:buFont typeface="+mj-lt"/>
              <a:buAutoNum type="arabicPeriod"/>
            </a:pPr>
            <a:endParaRPr lang="es-ES" sz="3200" dirty="0"/>
          </a:p>
          <a:p>
            <a:r>
              <a:rPr lang="es-ES" sz="3200" b="1" dirty="0"/>
              <a:t>Complejidad Alta</a:t>
            </a:r>
          </a:p>
          <a:p>
            <a:endParaRPr lang="es-ES" sz="3200" dirty="0"/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Crear consulta que muestre el detalle de los productos asociado a las ventas, incluyendo el nombre de cliente, la descripción del producto y los montos de cada producto de acuerdo a su precio para la </a:t>
            </a:r>
            <a:r>
              <a:rPr lang="es-ES" sz="3200" dirty="0" smtClean="0"/>
              <a:t>factura numero 10,20</a:t>
            </a:r>
            <a:endParaRPr lang="es-ES" sz="3200" b="1" dirty="0"/>
          </a:p>
          <a:p>
            <a:pPr marL="514350" indent="-514350">
              <a:buFont typeface="+mj-lt"/>
              <a:buAutoNum type="arabicPeriod"/>
            </a:pP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48509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6530</TotalTime>
  <Words>1400</Words>
  <Application>Microsoft Office PowerPoint</Application>
  <PresentationFormat>Personalizado</PresentationFormat>
  <Paragraphs>293</Paragraphs>
  <Slides>40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5" baseType="lpstr">
      <vt:lpstr>Arial</vt:lpstr>
      <vt:lpstr>Arial Black</vt:lpstr>
      <vt:lpstr>Calibri</vt:lpstr>
      <vt:lpstr>Google Sans</vt:lpstr>
      <vt:lpstr>Office Theme</vt:lpstr>
      <vt:lpstr>BDY1102 Clase: BASE DE DATOS APLICADA II</vt:lpstr>
      <vt:lpstr>¿EXISTE ALGUNA SIMILITUD?</vt:lpstr>
      <vt:lpstr>DOCENTE</vt:lpstr>
      <vt:lpstr>HISTORIA DE SQL – LAPIZ BIC</vt:lpstr>
      <vt:lpstr>Presentación de PowerPoint</vt:lpstr>
      <vt:lpstr>UNIDADES</vt:lpstr>
      <vt:lpstr>UNIDADES</vt:lpstr>
      <vt:lpstr>Presentación de PowerPoint</vt:lpstr>
      <vt:lpstr>Presentación de PowerPoint</vt:lpstr>
      <vt:lpstr>GENERAR SCRIPT EN SQL DEVELOPER DATA MODELER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CONEXION BD-Cloud</vt:lpstr>
      <vt:lpstr>Presentación de PowerPoint</vt:lpstr>
      <vt:lpstr>Presentación de PowerPoint</vt:lpstr>
      <vt:lpstr>Presentación de PowerPoint</vt:lpstr>
      <vt:lpstr>Presentación de PowerPoint</vt:lpstr>
      <vt:lpstr>CREAR TABLAS E INSERTAR DATOS</vt:lpstr>
      <vt:lpstr>ESTRUCTURA DE COMANDOS SQL</vt:lpstr>
      <vt:lpstr>ESTRUCTURA DE COMANDOS SQL</vt:lpstr>
      <vt:lpstr>COMANDOS SELECT - JOINS</vt:lpstr>
      <vt:lpstr>COMANDOS SELECT - JOINS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GENERAR QUERYS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Claudia Alejandra</cp:lastModifiedBy>
  <cp:revision>329</cp:revision>
  <dcterms:created xsi:type="dcterms:W3CDTF">2022-07-20T19:15:37Z</dcterms:created>
  <dcterms:modified xsi:type="dcterms:W3CDTF">2026-03-11T19:17:30Z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