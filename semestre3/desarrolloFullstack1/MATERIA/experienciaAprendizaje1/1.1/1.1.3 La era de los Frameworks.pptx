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  <p:sldMasterId id="2147483661" r:id="rId5"/>
  </p:sldMasterIdLst>
  <p:notesMasterIdLst>
    <p:notesMasterId r:id="rId37"/>
  </p:notesMasterIdLst>
  <p:sldIdLst>
    <p:sldId id="272" r:id="rId6"/>
    <p:sldId id="315" r:id="rId7"/>
    <p:sldId id="316" r:id="rId8"/>
    <p:sldId id="259" r:id="rId9"/>
    <p:sldId id="322" r:id="rId10"/>
    <p:sldId id="263" r:id="rId11"/>
    <p:sldId id="319" r:id="rId12"/>
    <p:sldId id="336" r:id="rId13"/>
    <p:sldId id="323" r:id="rId14"/>
    <p:sldId id="321" r:id="rId15"/>
    <p:sldId id="337" r:id="rId16"/>
    <p:sldId id="334" r:id="rId17"/>
    <p:sldId id="320" r:id="rId18"/>
    <p:sldId id="325" r:id="rId19"/>
    <p:sldId id="326" r:id="rId20"/>
    <p:sldId id="329" r:id="rId21"/>
    <p:sldId id="333" r:id="rId22"/>
    <p:sldId id="284" r:id="rId23"/>
    <p:sldId id="332" r:id="rId24"/>
    <p:sldId id="343" r:id="rId25"/>
    <p:sldId id="342" r:id="rId26"/>
    <p:sldId id="335" r:id="rId27"/>
    <p:sldId id="277" r:id="rId28"/>
    <p:sldId id="345" r:id="rId29"/>
    <p:sldId id="360" r:id="rId30"/>
    <p:sldId id="271" r:id="rId31"/>
    <p:sldId id="300" r:id="rId32"/>
    <p:sldId id="362" r:id="rId33"/>
    <p:sldId id="317" r:id="rId34"/>
    <p:sldId id="262" r:id="rId35"/>
    <p:sldId id="261" r:id="rId36"/>
  </p:sldIdLst>
  <p:sldSz cx="12192000" cy="6858000"/>
  <p:notesSz cx="6858000" cy="9144000"/>
  <p:defaultTextStyle>
    <a:defPPr>
      <a:defRPr lang="es-CL"/>
    </a:defPPr>
    <a:lvl1pPr marL="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77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131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7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4E7CDC"/>
    <a:srgbClr val="4E7CDD"/>
    <a:srgbClr val="263D43"/>
    <a:srgbClr val="EE7623"/>
    <a:srgbClr val="9B50C0"/>
    <a:srgbClr val="F9B71C"/>
    <a:srgbClr val="0F9ED5"/>
    <a:srgbClr val="BB0034"/>
    <a:srgbClr val="9F33B0"/>
    <a:srgbClr val="5A5A4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BCBBD68-B288-4D8F-AD4F-2D014DFF10EA}" v="6" dt="2024-07-29T14:39:33.72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20"/>
    <p:restoredTop sz="94414" autoAdjust="0"/>
  </p:normalViewPr>
  <p:slideViewPr>
    <p:cSldViewPr snapToGrid="0">
      <p:cViewPr varScale="1">
        <p:scale>
          <a:sx n="112" d="100"/>
          <a:sy n="112" d="100"/>
        </p:scale>
        <p:origin x="432" y="96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8.xml"/><Relationship Id="rId18" Type="http://schemas.openxmlformats.org/officeDocument/2006/relationships/slide" Target="slides/slide13.xml"/><Relationship Id="rId26" Type="http://schemas.openxmlformats.org/officeDocument/2006/relationships/slide" Target="slides/slide21.xml"/><Relationship Id="rId39" Type="http://schemas.openxmlformats.org/officeDocument/2006/relationships/viewProps" Target="viewProps.xml"/><Relationship Id="rId21" Type="http://schemas.openxmlformats.org/officeDocument/2006/relationships/slide" Target="slides/slide16.xml"/><Relationship Id="rId34" Type="http://schemas.openxmlformats.org/officeDocument/2006/relationships/slide" Target="slides/slide29.xml"/><Relationship Id="rId42" Type="http://schemas.microsoft.com/office/2015/10/relationships/revisionInfo" Target="revisionInfo.xml"/><Relationship Id="rId7" Type="http://schemas.openxmlformats.org/officeDocument/2006/relationships/slide" Target="slides/slide2.xml"/><Relationship Id="rId2" Type="http://schemas.openxmlformats.org/officeDocument/2006/relationships/customXml" Target="../customXml/item2.xml"/><Relationship Id="rId16" Type="http://schemas.openxmlformats.org/officeDocument/2006/relationships/slide" Target="slides/slide11.xml"/><Relationship Id="rId20" Type="http://schemas.openxmlformats.org/officeDocument/2006/relationships/slide" Target="slides/slide15.xml"/><Relationship Id="rId29" Type="http://schemas.openxmlformats.org/officeDocument/2006/relationships/slide" Target="slides/slide24.xml"/><Relationship Id="rId41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24" Type="http://schemas.openxmlformats.org/officeDocument/2006/relationships/slide" Target="slides/slide19.xml"/><Relationship Id="rId32" Type="http://schemas.openxmlformats.org/officeDocument/2006/relationships/slide" Target="slides/slide27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Master" Target="slideMasters/slideMaster2.xml"/><Relationship Id="rId15" Type="http://schemas.openxmlformats.org/officeDocument/2006/relationships/slide" Target="slides/slide10.xml"/><Relationship Id="rId23" Type="http://schemas.openxmlformats.org/officeDocument/2006/relationships/slide" Target="slides/slide18.xml"/><Relationship Id="rId28" Type="http://schemas.openxmlformats.org/officeDocument/2006/relationships/slide" Target="slides/slide23.xml"/><Relationship Id="rId36" Type="http://schemas.openxmlformats.org/officeDocument/2006/relationships/slide" Target="slides/slide31.xml"/><Relationship Id="rId10" Type="http://schemas.openxmlformats.org/officeDocument/2006/relationships/slide" Target="slides/slide5.xml"/><Relationship Id="rId19" Type="http://schemas.openxmlformats.org/officeDocument/2006/relationships/slide" Target="slides/slide14.xml"/><Relationship Id="rId31" Type="http://schemas.openxmlformats.org/officeDocument/2006/relationships/slide" Target="slides/slide2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4" Type="http://schemas.openxmlformats.org/officeDocument/2006/relationships/slide" Target="slides/slide9.xml"/><Relationship Id="rId22" Type="http://schemas.openxmlformats.org/officeDocument/2006/relationships/slide" Target="slides/slide17.xml"/><Relationship Id="rId27" Type="http://schemas.openxmlformats.org/officeDocument/2006/relationships/slide" Target="slides/slide22.xml"/><Relationship Id="rId30" Type="http://schemas.openxmlformats.org/officeDocument/2006/relationships/slide" Target="slides/slide25.xml"/><Relationship Id="rId35" Type="http://schemas.openxmlformats.org/officeDocument/2006/relationships/slide" Target="slides/slide30.xml"/><Relationship Id="rId8" Type="http://schemas.openxmlformats.org/officeDocument/2006/relationships/slide" Target="slides/slide3.xml"/><Relationship Id="rId3" Type="http://schemas.openxmlformats.org/officeDocument/2006/relationships/customXml" Target="../customXml/item3.xml"/><Relationship Id="rId12" Type="http://schemas.openxmlformats.org/officeDocument/2006/relationships/slide" Target="slides/slide7.xml"/><Relationship Id="rId17" Type="http://schemas.openxmlformats.org/officeDocument/2006/relationships/slide" Target="slides/slide12.xml"/><Relationship Id="rId25" Type="http://schemas.openxmlformats.org/officeDocument/2006/relationships/slide" Target="slides/slide20.xml"/><Relationship Id="rId33" Type="http://schemas.openxmlformats.org/officeDocument/2006/relationships/slide" Target="slides/slide28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27D1C2F-D463-46C8-9FE5-2118D182F13F}" type="datetimeFigureOut">
              <a:rPr lang="es-CL" smtClean="0"/>
              <a:t>10-01-2026</a:t>
            </a:fld>
            <a:endParaRPr lang="es-CL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CL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CL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CL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E956354-13B1-4AF8-AD16-88106355DB72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1199728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  <a:p>
            <a:endParaRPr lang="es-CL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956354-13B1-4AF8-AD16-88106355DB72}" type="slidenum">
              <a:rPr lang="es-CL" smtClean="0"/>
              <a:t>5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101296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956354-13B1-4AF8-AD16-88106355DB72}" type="slidenum">
              <a:rPr lang="es-CL" smtClean="0"/>
              <a:t>7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8374086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956354-13B1-4AF8-AD16-88106355DB72}" type="slidenum">
              <a:rPr lang="es-CL" smtClean="0"/>
              <a:t>8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40974699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956354-13B1-4AF8-AD16-88106355DB72}" type="slidenum">
              <a:rPr lang="es-CL" smtClean="0"/>
              <a:t>9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290457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s-ES" dirty="0"/>
              <a:t>}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956354-13B1-4AF8-AD16-88106355DB72}" type="slidenum">
              <a:rPr lang="es-CL" smtClean="0"/>
              <a:t>10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80978263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956354-13B1-4AF8-AD16-88106355DB72}" type="slidenum">
              <a:rPr lang="es-CL" smtClean="0"/>
              <a:t>11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74257891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b="1"/>
          </a:p>
          <a:p>
            <a:endParaRPr lang="es-CL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956354-13B1-4AF8-AD16-88106355DB72}" type="slidenum">
              <a:rPr lang="es-CL" smtClean="0"/>
              <a:t>13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29139764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b="1"/>
          </a:p>
          <a:p>
            <a:endParaRPr lang="es-CL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956354-13B1-4AF8-AD16-88106355DB72}" type="slidenum">
              <a:rPr lang="es-CL" smtClean="0"/>
              <a:t>14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99933969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b="1"/>
          </a:p>
          <a:p>
            <a:endParaRPr lang="es-CL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956354-13B1-4AF8-AD16-88106355DB72}" type="slidenum">
              <a:rPr lang="es-CL" smtClean="0"/>
              <a:t>15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78963476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/>
          </a:p>
          <a:p>
            <a:endParaRPr lang="es-CL"/>
          </a:p>
          <a:p>
            <a:endParaRPr lang="es-CL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956354-13B1-4AF8-AD16-88106355DB72}" type="slidenum">
              <a:rPr lang="es-CL" smtClean="0"/>
              <a:t>16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43557993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b="1"/>
          </a:p>
          <a:p>
            <a:endParaRPr lang="es-CL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956354-13B1-4AF8-AD16-88106355DB72}" type="slidenum">
              <a:rPr lang="es-CL" smtClean="0"/>
              <a:t>17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32945106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/>
          </a:p>
          <a:p>
            <a:endParaRPr lang="es-CL"/>
          </a:p>
          <a:p>
            <a:endParaRPr lang="es-CL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956354-13B1-4AF8-AD16-88106355DB72}" type="slidenum">
              <a:rPr lang="es-CL" smtClean="0"/>
              <a:t>18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12728685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b="1"/>
          </a:p>
          <a:p>
            <a:endParaRPr lang="es-CL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956354-13B1-4AF8-AD16-88106355DB72}" type="slidenum">
              <a:rPr lang="es-CL" smtClean="0"/>
              <a:t>19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99865446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/>
          </a:p>
          <a:p>
            <a:endParaRPr lang="es-CL"/>
          </a:p>
          <a:p>
            <a:endParaRPr lang="es-CL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956354-13B1-4AF8-AD16-88106355DB72}" type="slidenum">
              <a:rPr lang="es-CL" smtClean="0"/>
              <a:t>20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53999628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b="1"/>
          </a:p>
          <a:p>
            <a:endParaRPr lang="es-CL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956354-13B1-4AF8-AD16-88106355DB72}" type="slidenum">
              <a:rPr lang="es-CL" smtClean="0"/>
              <a:t>21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60598654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/>
          </a:p>
          <a:p>
            <a:endParaRPr lang="es-CL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956354-13B1-4AF8-AD16-88106355DB72}" type="slidenum">
              <a:rPr lang="es-CL" smtClean="0"/>
              <a:t>23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05325112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ES" b="1"/>
          </a:p>
          <a:p>
            <a:endParaRPr lang="es-CL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956354-13B1-4AF8-AD16-88106355DB72}" type="slidenum">
              <a:rPr lang="es-CL" smtClean="0"/>
              <a:t>24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65168831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/>
          </a:p>
          <a:p>
            <a:r>
              <a:rPr lang="es-CL"/>
              <a:t>Nota para el profesor: Maven es como NPM, YARN, PIP y COMPOSER, pero en JAVA.</a:t>
            </a:r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956354-13B1-4AF8-AD16-88106355DB72}" type="slidenum">
              <a:rPr lang="es-CL" smtClean="0"/>
              <a:t>25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42477589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956354-13B1-4AF8-AD16-88106355DB72}" type="slidenum">
              <a:rPr lang="es-CL" smtClean="0"/>
              <a:t>27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321595336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956354-13B1-4AF8-AD16-88106355DB72}" type="slidenum">
              <a:rPr lang="es-CL" smtClean="0"/>
              <a:t>28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476348233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  <a:p>
            <a:endParaRPr lang="es-CL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956354-13B1-4AF8-AD16-88106355DB72}" type="slidenum">
              <a:rPr lang="es-CL" smtClean="0"/>
              <a:t>29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494513668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arenR"/>
            </a:pPr>
            <a:endParaRPr lang="es-CL" b="1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E956354-13B1-4AF8-AD16-88106355DB72}" type="slidenum">
              <a:rPr lang="es-CL" smtClean="0"/>
              <a:t>30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47687389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emf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emf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11.emf"/><Relationship Id="rId4" Type="http://schemas.openxmlformats.org/officeDocument/2006/relationships/image" Target="../media/image8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image" Target="../media/image12.emf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4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 principal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n 10">
            <a:extLst>
              <a:ext uri="{FF2B5EF4-FFF2-40B4-BE49-F238E27FC236}">
                <a16:creationId xmlns:a16="http://schemas.microsoft.com/office/drawing/2014/main" id="{9057CAB5-419B-D16F-C185-A2D3C653D2A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1859053" y="1796807"/>
            <a:ext cx="70965" cy="3264387"/>
          </a:xfrm>
          <a:prstGeom prst="rect">
            <a:avLst/>
          </a:prstGeom>
        </p:spPr>
      </p:pic>
      <p:sp>
        <p:nvSpPr>
          <p:cNvPr id="5" name="Rectángulo 4">
            <a:extLst>
              <a:ext uri="{FF2B5EF4-FFF2-40B4-BE49-F238E27FC236}">
                <a16:creationId xmlns:a16="http://schemas.microsoft.com/office/drawing/2014/main" id="{EA07B88F-3442-88EF-4332-8188DAED77CC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 userDrawn="1"/>
        </p:nvSpPr>
        <p:spPr>
          <a:xfrm>
            <a:off x="5944993" y="616688"/>
            <a:ext cx="5674686" cy="5667154"/>
          </a:xfrm>
          <a:prstGeom prst="rect">
            <a:avLst/>
          </a:prstGeom>
          <a:solidFill>
            <a:srgbClr val="4E7CD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FC350248-3FB5-3C6F-8D72-BDEA02FE930A}"/>
              </a:ext>
            </a:extLst>
          </p:cNvPr>
          <p:cNvSpPr/>
          <p:nvPr userDrawn="1"/>
        </p:nvSpPr>
        <p:spPr>
          <a:xfrm>
            <a:off x="6398549" y="2788646"/>
            <a:ext cx="294796" cy="29479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sz="1351"/>
          </a:p>
        </p:txBody>
      </p:sp>
      <p:cxnSp>
        <p:nvCxnSpPr>
          <p:cNvPr id="7" name="Conector recto 6">
            <a:extLst>
              <a:ext uri="{FF2B5EF4-FFF2-40B4-BE49-F238E27FC236}">
                <a16:creationId xmlns:a16="http://schemas.microsoft.com/office/drawing/2014/main" id="{FF0FCBE2-3DBD-0281-D2F5-F0C94CE8BC2D}"/>
              </a:ext>
            </a:extLst>
          </p:cNvPr>
          <p:cNvCxnSpPr>
            <a:cxnSpLocks/>
          </p:cNvCxnSpPr>
          <p:nvPr userDrawn="1"/>
        </p:nvCxnSpPr>
        <p:spPr>
          <a:xfrm>
            <a:off x="6996223" y="4106486"/>
            <a:ext cx="41148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Marcador de título 1">
            <a:extLst>
              <a:ext uri="{FF2B5EF4-FFF2-40B4-BE49-F238E27FC236}">
                <a16:creationId xmlns:a16="http://schemas.microsoft.com/office/drawing/2014/main" id="{F586EB83-3340-7C71-15A1-A44304B3002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915809" y="2601411"/>
            <a:ext cx="4377817" cy="13060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s-MX"/>
              <a:t>Haz clic para modificar título</a:t>
            </a:r>
            <a:endParaRPr lang="es-CL"/>
          </a:p>
        </p:txBody>
      </p:sp>
      <p:sp>
        <p:nvSpPr>
          <p:cNvPr id="12" name="Holder 3">
            <a:extLst>
              <a:ext uri="{FF2B5EF4-FFF2-40B4-BE49-F238E27FC236}">
                <a16:creationId xmlns:a16="http://schemas.microsoft.com/office/drawing/2014/main" id="{3F9325FC-E030-BCB8-203E-374A8BE898B6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6937285" y="4305507"/>
            <a:ext cx="4356341" cy="6142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endParaRPr/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952E45F7-DBA7-0067-88AC-2B33C1A8CB98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168812" y="1206961"/>
            <a:ext cx="3375906" cy="542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61201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 interior 1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>
            <a:extLst>
              <a:ext uri="{FF2B5EF4-FFF2-40B4-BE49-F238E27FC236}">
                <a16:creationId xmlns:a16="http://schemas.microsoft.com/office/drawing/2014/main" id="{35C49BC9-326E-334D-C876-57A5EE8112C6}"/>
              </a:ext>
            </a:extLst>
          </p:cNvPr>
          <p:cNvSpPr/>
          <p:nvPr userDrawn="1"/>
        </p:nvSpPr>
        <p:spPr>
          <a:xfrm>
            <a:off x="7765159" y="2143668"/>
            <a:ext cx="3936955" cy="2845428"/>
          </a:xfrm>
          <a:prstGeom prst="rect">
            <a:avLst/>
          </a:prstGeom>
          <a:solidFill>
            <a:srgbClr val="FFFFFF">
              <a:alpha val="3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40797CDF-FB5B-73C1-E558-E89BA99B7029}"/>
              </a:ext>
            </a:extLst>
          </p:cNvPr>
          <p:cNvSpPr/>
          <p:nvPr userDrawn="1"/>
        </p:nvSpPr>
        <p:spPr>
          <a:xfrm>
            <a:off x="7765160" y="2143669"/>
            <a:ext cx="342858" cy="342858"/>
          </a:xfrm>
          <a:prstGeom prst="rect">
            <a:avLst/>
          </a:prstGeom>
          <a:solidFill>
            <a:srgbClr val="4E7CD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9" name="Marcador de título 1">
            <a:extLst>
              <a:ext uri="{FF2B5EF4-FFF2-40B4-BE49-F238E27FC236}">
                <a16:creationId xmlns:a16="http://schemas.microsoft.com/office/drawing/2014/main" id="{4EC80F0E-E5C9-2939-2CF2-AD7A392F007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58521" y="2752716"/>
            <a:ext cx="2805775" cy="16273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3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s-MX"/>
              <a:t>Haz clic para modificar título</a:t>
            </a:r>
            <a:endParaRPr lang="es-CL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EF32CCDA-7D4E-CFAF-567E-53011A66186E}"/>
              </a:ext>
            </a:extLst>
          </p:cNvPr>
          <p:cNvSpPr/>
          <p:nvPr userDrawn="1"/>
        </p:nvSpPr>
        <p:spPr>
          <a:xfrm>
            <a:off x="0" y="2695073"/>
            <a:ext cx="1459832" cy="1467854"/>
          </a:xfrm>
          <a:prstGeom prst="rect">
            <a:avLst/>
          </a:prstGeom>
          <a:solidFill>
            <a:srgbClr val="4E7CD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1" name="Marcador de título 1">
            <a:extLst>
              <a:ext uri="{FF2B5EF4-FFF2-40B4-BE49-F238E27FC236}">
                <a16:creationId xmlns:a16="http://schemas.microsoft.com/office/drawing/2014/main" id="{3A54758D-9CC7-9A21-A8E1-CD5CA7F3C268}"/>
              </a:ext>
            </a:extLst>
          </p:cNvPr>
          <p:cNvSpPr txBox="1">
            <a:spLocks/>
          </p:cNvSpPr>
          <p:nvPr userDrawn="1"/>
        </p:nvSpPr>
        <p:spPr>
          <a:xfrm>
            <a:off x="-1" y="2752716"/>
            <a:ext cx="1459833" cy="13771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37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ctr"/>
            <a:r>
              <a:rPr lang="es-MX" sz="8000"/>
              <a:t>01</a:t>
            </a:r>
            <a:endParaRPr lang="es-CL" sz="8000"/>
          </a:p>
        </p:txBody>
      </p:sp>
    </p:spTree>
    <p:extLst>
      <p:ext uri="{BB962C8B-B14F-4D97-AF65-F5344CB8AC3E}">
        <p14:creationId xmlns:p14="http://schemas.microsoft.com/office/powerpoint/2010/main" val="35576035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 interior 2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>
            <a:extLst>
              <a:ext uri="{FF2B5EF4-FFF2-40B4-BE49-F238E27FC236}">
                <a16:creationId xmlns:a16="http://schemas.microsoft.com/office/drawing/2014/main" id="{35C49BC9-326E-334D-C876-57A5EE8112C6}"/>
              </a:ext>
            </a:extLst>
          </p:cNvPr>
          <p:cNvSpPr/>
          <p:nvPr userDrawn="1"/>
        </p:nvSpPr>
        <p:spPr>
          <a:xfrm>
            <a:off x="7765159" y="2143668"/>
            <a:ext cx="3936955" cy="2845428"/>
          </a:xfrm>
          <a:prstGeom prst="rect">
            <a:avLst/>
          </a:prstGeom>
          <a:solidFill>
            <a:srgbClr val="FFFFFF">
              <a:alpha val="3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40797CDF-FB5B-73C1-E558-E89BA99B7029}"/>
              </a:ext>
            </a:extLst>
          </p:cNvPr>
          <p:cNvSpPr/>
          <p:nvPr userDrawn="1"/>
        </p:nvSpPr>
        <p:spPr>
          <a:xfrm>
            <a:off x="7765160" y="2143669"/>
            <a:ext cx="342858" cy="342858"/>
          </a:xfrm>
          <a:prstGeom prst="rect">
            <a:avLst/>
          </a:prstGeom>
          <a:solidFill>
            <a:srgbClr val="4E7CD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9" name="Marcador de título 1">
            <a:extLst>
              <a:ext uri="{FF2B5EF4-FFF2-40B4-BE49-F238E27FC236}">
                <a16:creationId xmlns:a16="http://schemas.microsoft.com/office/drawing/2014/main" id="{4EC80F0E-E5C9-2939-2CF2-AD7A392F007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58521" y="2752716"/>
            <a:ext cx="2805775" cy="16273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3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s-MX"/>
              <a:t>Haz clic para modificar título</a:t>
            </a:r>
            <a:endParaRPr lang="es-CL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EF32CCDA-7D4E-CFAF-567E-53011A66186E}"/>
              </a:ext>
            </a:extLst>
          </p:cNvPr>
          <p:cNvSpPr/>
          <p:nvPr userDrawn="1"/>
        </p:nvSpPr>
        <p:spPr>
          <a:xfrm>
            <a:off x="0" y="2695073"/>
            <a:ext cx="1459832" cy="1467854"/>
          </a:xfrm>
          <a:prstGeom prst="rect">
            <a:avLst/>
          </a:prstGeom>
          <a:solidFill>
            <a:srgbClr val="4E7CD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1" name="Marcador de título 1">
            <a:extLst>
              <a:ext uri="{FF2B5EF4-FFF2-40B4-BE49-F238E27FC236}">
                <a16:creationId xmlns:a16="http://schemas.microsoft.com/office/drawing/2014/main" id="{3A54758D-9CC7-9A21-A8E1-CD5CA7F3C268}"/>
              </a:ext>
            </a:extLst>
          </p:cNvPr>
          <p:cNvSpPr txBox="1">
            <a:spLocks/>
          </p:cNvSpPr>
          <p:nvPr userDrawn="1"/>
        </p:nvSpPr>
        <p:spPr>
          <a:xfrm>
            <a:off x="-1" y="2752716"/>
            <a:ext cx="1459833" cy="13771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37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ctr"/>
            <a:r>
              <a:rPr lang="es-MX" sz="8000"/>
              <a:t>02</a:t>
            </a:r>
            <a:endParaRPr lang="es-CL" sz="8000"/>
          </a:p>
        </p:txBody>
      </p:sp>
    </p:spTree>
    <p:extLst>
      <p:ext uri="{BB962C8B-B14F-4D97-AF65-F5344CB8AC3E}">
        <p14:creationId xmlns:p14="http://schemas.microsoft.com/office/powerpoint/2010/main" val="23954594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 interior 4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>
            <a:extLst>
              <a:ext uri="{FF2B5EF4-FFF2-40B4-BE49-F238E27FC236}">
                <a16:creationId xmlns:a16="http://schemas.microsoft.com/office/drawing/2014/main" id="{35C49BC9-326E-334D-C876-57A5EE8112C6}"/>
              </a:ext>
            </a:extLst>
          </p:cNvPr>
          <p:cNvSpPr/>
          <p:nvPr userDrawn="1"/>
        </p:nvSpPr>
        <p:spPr>
          <a:xfrm>
            <a:off x="7765159" y="2143668"/>
            <a:ext cx="3936955" cy="2845428"/>
          </a:xfrm>
          <a:prstGeom prst="rect">
            <a:avLst/>
          </a:prstGeom>
          <a:solidFill>
            <a:srgbClr val="FFFFFF">
              <a:alpha val="3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40797CDF-FB5B-73C1-E558-E89BA99B7029}"/>
              </a:ext>
            </a:extLst>
          </p:cNvPr>
          <p:cNvSpPr/>
          <p:nvPr userDrawn="1"/>
        </p:nvSpPr>
        <p:spPr>
          <a:xfrm>
            <a:off x="7765160" y="2143669"/>
            <a:ext cx="342858" cy="342858"/>
          </a:xfrm>
          <a:prstGeom prst="rect">
            <a:avLst/>
          </a:prstGeom>
          <a:solidFill>
            <a:srgbClr val="4E7CD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9" name="Marcador de título 1">
            <a:extLst>
              <a:ext uri="{FF2B5EF4-FFF2-40B4-BE49-F238E27FC236}">
                <a16:creationId xmlns:a16="http://schemas.microsoft.com/office/drawing/2014/main" id="{4EC80F0E-E5C9-2939-2CF2-AD7A392F007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58521" y="2752716"/>
            <a:ext cx="2805775" cy="16273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3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s-MX"/>
              <a:t>Haz clic para modificar título</a:t>
            </a:r>
            <a:endParaRPr lang="es-CL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EF32CCDA-7D4E-CFAF-567E-53011A66186E}"/>
              </a:ext>
            </a:extLst>
          </p:cNvPr>
          <p:cNvSpPr/>
          <p:nvPr userDrawn="1"/>
        </p:nvSpPr>
        <p:spPr>
          <a:xfrm>
            <a:off x="0" y="2695073"/>
            <a:ext cx="1459832" cy="1467854"/>
          </a:xfrm>
          <a:prstGeom prst="rect">
            <a:avLst/>
          </a:prstGeom>
          <a:solidFill>
            <a:srgbClr val="4E7CD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1" name="Marcador de título 1">
            <a:extLst>
              <a:ext uri="{FF2B5EF4-FFF2-40B4-BE49-F238E27FC236}">
                <a16:creationId xmlns:a16="http://schemas.microsoft.com/office/drawing/2014/main" id="{3A54758D-9CC7-9A21-A8E1-CD5CA7F3C268}"/>
              </a:ext>
            </a:extLst>
          </p:cNvPr>
          <p:cNvSpPr txBox="1">
            <a:spLocks/>
          </p:cNvSpPr>
          <p:nvPr userDrawn="1"/>
        </p:nvSpPr>
        <p:spPr>
          <a:xfrm>
            <a:off x="-1" y="2752716"/>
            <a:ext cx="1459833" cy="13771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37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ctr"/>
            <a:r>
              <a:rPr lang="es-MX" sz="8000"/>
              <a:t>03</a:t>
            </a:r>
            <a:endParaRPr lang="es-CL" sz="8000"/>
          </a:p>
        </p:txBody>
      </p:sp>
    </p:spTree>
    <p:extLst>
      <p:ext uri="{BB962C8B-B14F-4D97-AF65-F5344CB8AC3E}">
        <p14:creationId xmlns:p14="http://schemas.microsoft.com/office/powerpoint/2010/main" val="15588198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ORTADA interior 3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>
            <a:extLst>
              <a:ext uri="{FF2B5EF4-FFF2-40B4-BE49-F238E27FC236}">
                <a16:creationId xmlns:a16="http://schemas.microsoft.com/office/drawing/2014/main" id="{35C49BC9-326E-334D-C876-57A5EE8112C6}"/>
              </a:ext>
            </a:extLst>
          </p:cNvPr>
          <p:cNvSpPr/>
          <p:nvPr userDrawn="1"/>
        </p:nvSpPr>
        <p:spPr>
          <a:xfrm>
            <a:off x="7765159" y="2143668"/>
            <a:ext cx="3936955" cy="2845428"/>
          </a:xfrm>
          <a:prstGeom prst="rect">
            <a:avLst/>
          </a:prstGeom>
          <a:solidFill>
            <a:srgbClr val="FFFFFF">
              <a:alpha val="31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40797CDF-FB5B-73C1-E558-E89BA99B7029}"/>
              </a:ext>
            </a:extLst>
          </p:cNvPr>
          <p:cNvSpPr/>
          <p:nvPr userDrawn="1"/>
        </p:nvSpPr>
        <p:spPr>
          <a:xfrm>
            <a:off x="7765160" y="2143669"/>
            <a:ext cx="342858" cy="342858"/>
          </a:xfrm>
          <a:prstGeom prst="rect">
            <a:avLst/>
          </a:prstGeom>
          <a:solidFill>
            <a:srgbClr val="4E7CD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9" name="Marcador de título 1">
            <a:extLst>
              <a:ext uri="{FF2B5EF4-FFF2-40B4-BE49-F238E27FC236}">
                <a16:creationId xmlns:a16="http://schemas.microsoft.com/office/drawing/2014/main" id="{4EC80F0E-E5C9-2939-2CF2-AD7A392F007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458521" y="2752716"/>
            <a:ext cx="2805775" cy="16273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3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s-MX"/>
              <a:t>Haz clic para modificar título</a:t>
            </a:r>
            <a:endParaRPr lang="es-CL"/>
          </a:p>
        </p:txBody>
      </p:sp>
      <p:sp>
        <p:nvSpPr>
          <p:cNvPr id="12" name="Rectángulo 11">
            <a:extLst>
              <a:ext uri="{FF2B5EF4-FFF2-40B4-BE49-F238E27FC236}">
                <a16:creationId xmlns:a16="http://schemas.microsoft.com/office/drawing/2014/main" id="{EF32CCDA-7D4E-CFAF-567E-53011A66186E}"/>
              </a:ext>
            </a:extLst>
          </p:cNvPr>
          <p:cNvSpPr/>
          <p:nvPr userDrawn="1"/>
        </p:nvSpPr>
        <p:spPr>
          <a:xfrm>
            <a:off x="0" y="2695073"/>
            <a:ext cx="1459832" cy="1467854"/>
          </a:xfrm>
          <a:prstGeom prst="rect">
            <a:avLst/>
          </a:prstGeom>
          <a:solidFill>
            <a:srgbClr val="4E7CD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11" name="Marcador de título 1">
            <a:extLst>
              <a:ext uri="{FF2B5EF4-FFF2-40B4-BE49-F238E27FC236}">
                <a16:creationId xmlns:a16="http://schemas.microsoft.com/office/drawing/2014/main" id="{3A54758D-9CC7-9A21-A8E1-CD5CA7F3C268}"/>
              </a:ext>
            </a:extLst>
          </p:cNvPr>
          <p:cNvSpPr txBox="1">
            <a:spLocks/>
          </p:cNvSpPr>
          <p:nvPr userDrawn="1"/>
        </p:nvSpPr>
        <p:spPr>
          <a:xfrm>
            <a:off x="-1" y="2752716"/>
            <a:ext cx="1459833" cy="13771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377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1" kern="1200">
                <a:solidFill>
                  <a:schemeClr val="bg1"/>
                </a:solidFill>
                <a:latin typeface="Arial" panose="020B0604020202020204" pitchFamily="34" charset="0"/>
                <a:ea typeface="+mj-ea"/>
                <a:cs typeface="Arial" panose="020B0604020202020204" pitchFamily="34" charset="0"/>
              </a:defRPr>
            </a:lvl1pPr>
          </a:lstStyle>
          <a:p>
            <a:pPr algn="ctr"/>
            <a:r>
              <a:rPr lang="es-MX" sz="8000"/>
              <a:t>04</a:t>
            </a:r>
            <a:endParaRPr lang="es-CL" sz="8000"/>
          </a:p>
        </p:txBody>
      </p:sp>
    </p:spTree>
    <p:extLst>
      <p:ext uri="{BB962C8B-B14F-4D97-AF65-F5344CB8AC3E}">
        <p14:creationId xmlns:p14="http://schemas.microsoft.com/office/powerpoint/2010/main" val="7877682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IO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Marcador de texto 26">
            <a:extLst>
              <a:ext uri="{FF2B5EF4-FFF2-40B4-BE49-F238E27FC236}">
                <a16:creationId xmlns:a16="http://schemas.microsoft.com/office/drawing/2014/main" id="{3387B960-FFF9-CB57-ACA9-C9E1213259F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4685" y="551041"/>
            <a:ext cx="4916775" cy="469685"/>
          </a:xfrm>
        </p:spPr>
        <p:txBody>
          <a:bodyPr>
            <a:noAutofit/>
          </a:bodyPr>
          <a:lstStyle>
            <a:lvl1pPr algn="l">
              <a:defRPr sz="3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s-ES"/>
              <a:t>MODIFICAR TITULO</a:t>
            </a:r>
            <a:endParaRPr lang="es-CL"/>
          </a:p>
        </p:txBody>
      </p:sp>
      <p:sp>
        <p:nvSpPr>
          <p:cNvPr id="7" name="Marcador de texto 3">
            <a:extLst>
              <a:ext uri="{FF2B5EF4-FFF2-40B4-BE49-F238E27FC236}">
                <a16:creationId xmlns:a16="http://schemas.microsoft.com/office/drawing/2014/main" id="{149A11D1-EAA1-0BB7-CFE5-9056CB346D1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40715" y="1137571"/>
            <a:ext cx="4930746" cy="553006"/>
          </a:xfrm>
        </p:spPr>
        <p:txBody>
          <a:bodyPr>
            <a:normAutofit/>
          </a:bodyPr>
          <a:lstStyle>
            <a:lvl1pPr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s-ES"/>
              <a:t>Haz clic para modificar o eliminar bajada</a:t>
            </a:r>
          </a:p>
          <a:p>
            <a:endParaRPr lang="es-ES"/>
          </a:p>
        </p:txBody>
      </p:sp>
      <p:sp>
        <p:nvSpPr>
          <p:cNvPr id="8" name="Rectángulo 7">
            <a:extLst>
              <a:ext uri="{FF2B5EF4-FFF2-40B4-BE49-F238E27FC236}">
                <a16:creationId xmlns:a16="http://schemas.microsoft.com/office/drawing/2014/main" id="{D4BF3825-8CDE-15D1-473C-F04253CD9789}"/>
              </a:ext>
            </a:extLst>
          </p:cNvPr>
          <p:cNvSpPr/>
          <p:nvPr userDrawn="1"/>
        </p:nvSpPr>
        <p:spPr>
          <a:xfrm>
            <a:off x="0" y="0"/>
            <a:ext cx="552893" cy="552893"/>
          </a:xfrm>
          <a:prstGeom prst="rect">
            <a:avLst/>
          </a:prstGeom>
          <a:solidFill>
            <a:srgbClr val="4E7CD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grpSp>
        <p:nvGrpSpPr>
          <p:cNvPr id="14" name="Grupo 13">
            <a:extLst>
              <a:ext uri="{FF2B5EF4-FFF2-40B4-BE49-F238E27FC236}">
                <a16:creationId xmlns:a16="http://schemas.microsoft.com/office/drawing/2014/main" id="{DBF54666-A2EC-90FE-7052-73357A52AE9A}"/>
              </a:ext>
            </a:extLst>
          </p:cNvPr>
          <p:cNvGrpSpPr/>
          <p:nvPr userDrawn="1"/>
        </p:nvGrpSpPr>
        <p:grpSpPr>
          <a:xfrm>
            <a:off x="10559057" y="6273209"/>
            <a:ext cx="1405082" cy="320986"/>
            <a:chOff x="8941676" y="5879067"/>
            <a:chExt cx="2618425" cy="598170"/>
          </a:xfrm>
        </p:grpSpPr>
        <p:sp>
          <p:nvSpPr>
            <p:cNvPr id="9" name="object 2">
              <a:extLst>
                <a:ext uri="{FF2B5EF4-FFF2-40B4-BE49-F238E27FC236}">
                  <a16:creationId xmlns:a16="http://schemas.microsoft.com/office/drawing/2014/main" id="{371A0572-EF4B-CA79-4539-AA0A2E4CD964}"/>
                </a:ext>
              </a:extLst>
            </p:cNvPr>
            <p:cNvSpPr/>
            <p:nvPr userDrawn="1"/>
          </p:nvSpPr>
          <p:spPr>
            <a:xfrm>
              <a:off x="8941676" y="5949980"/>
              <a:ext cx="1618615" cy="525145"/>
            </a:xfrm>
            <a:custGeom>
              <a:avLst/>
              <a:gdLst/>
              <a:ahLst/>
              <a:cxnLst/>
              <a:rect l="l" t="t" r="r" b="b"/>
              <a:pathLst>
                <a:path w="1618615" h="525145">
                  <a:moveTo>
                    <a:pt x="453097" y="247865"/>
                  </a:moveTo>
                  <a:lnTo>
                    <a:pt x="449186" y="196367"/>
                  </a:lnTo>
                  <a:lnTo>
                    <a:pt x="437921" y="151307"/>
                  </a:lnTo>
                  <a:lnTo>
                    <a:pt x="419925" y="112522"/>
                  </a:lnTo>
                  <a:lnTo>
                    <a:pt x="395884" y="79870"/>
                  </a:lnTo>
                  <a:lnTo>
                    <a:pt x="366445" y="53213"/>
                  </a:lnTo>
                  <a:lnTo>
                    <a:pt x="330708" y="31546"/>
                  </a:lnTo>
                  <a:lnTo>
                    <a:pt x="330708" y="251650"/>
                  </a:lnTo>
                  <a:lnTo>
                    <a:pt x="325094" y="307492"/>
                  </a:lnTo>
                  <a:lnTo>
                    <a:pt x="308851" y="352729"/>
                  </a:lnTo>
                  <a:lnTo>
                    <a:pt x="282892" y="387540"/>
                  </a:lnTo>
                  <a:lnTo>
                    <a:pt x="248132" y="412089"/>
                  </a:lnTo>
                  <a:lnTo>
                    <a:pt x="205486" y="426542"/>
                  </a:lnTo>
                  <a:lnTo>
                    <a:pt x="155841" y="431076"/>
                  </a:lnTo>
                  <a:lnTo>
                    <a:pt x="145161" y="431038"/>
                  </a:lnTo>
                  <a:lnTo>
                    <a:pt x="134264" y="430784"/>
                  </a:lnTo>
                  <a:lnTo>
                    <a:pt x="124079" y="430098"/>
                  </a:lnTo>
                  <a:lnTo>
                    <a:pt x="115519" y="428764"/>
                  </a:lnTo>
                  <a:lnTo>
                    <a:pt x="115519" y="93497"/>
                  </a:lnTo>
                  <a:lnTo>
                    <a:pt x="124383" y="91821"/>
                  </a:lnTo>
                  <a:lnTo>
                    <a:pt x="136080" y="90347"/>
                  </a:lnTo>
                  <a:lnTo>
                    <a:pt x="150622" y="89319"/>
                  </a:lnTo>
                  <a:lnTo>
                    <a:pt x="168008" y="88925"/>
                  </a:lnTo>
                  <a:lnTo>
                    <a:pt x="214909" y="93319"/>
                  </a:lnTo>
                  <a:lnTo>
                    <a:pt x="254800" y="106616"/>
                  </a:lnTo>
                  <a:lnTo>
                    <a:pt x="286994" y="128943"/>
                  </a:lnTo>
                  <a:lnTo>
                    <a:pt x="310832" y="160464"/>
                  </a:lnTo>
                  <a:lnTo>
                    <a:pt x="325628" y="201320"/>
                  </a:lnTo>
                  <a:lnTo>
                    <a:pt x="330708" y="251650"/>
                  </a:lnTo>
                  <a:lnTo>
                    <a:pt x="330708" y="31546"/>
                  </a:lnTo>
                  <a:lnTo>
                    <a:pt x="326796" y="29171"/>
                  </a:lnTo>
                  <a:lnTo>
                    <a:pt x="279666" y="12636"/>
                  </a:lnTo>
                  <a:lnTo>
                    <a:pt x="223278" y="3073"/>
                  </a:lnTo>
                  <a:lnTo>
                    <a:pt x="155841" y="0"/>
                  </a:lnTo>
                  <a:lnTo>
                    <a:pt x="113093" y="711"/>
                  </a:lnTo>
                  <a:lnTo>
                    <a:pt x="72212" y="2857"/>
                  </a:lnTo>
                  <a:lnTo>
                    <a:pt x="34175" y="6413"/>
                  </a:lnTo>
                  <a:lnTo>
                    <a:pt x="0" y="11417"/>
                  </a:lnTo>
                  <a:lnTo>
                    <a:pt x="0" y="513930"/>
                  </a:lnTo>
                  <a:lnTo>
                    <a:pt x="23964" y="516724"/>
                  </a:lnTo>
                  <a:lnTo>
                    <a:pt x="53784" y="519150"/>
                  </a:lnTo>
                  <a:lnTo>
                    <a:pt x="89585" y="520877"/>
                  </a:lnTo>
                  <a:lnTo>
                    <a:pt x="131495" y="521525"/>
                  </a:lnTo>
                  <a:lnTo>
                    <a:pt x="189534" y="518960"/>
                  </a:lnTo>
                  <a:lnTo>
                    <a:pt x="242811" y="511162"/>
                  </a:lnTo>
                  <a:lnTo>
                    <a:pt x="290804" y="498043"/>
                  </a:lnTo>
                  <a:lnTo>
                    <a:pt x="332955" y="479501"/>
                  </a:lnTo>
                  <a:lnTo>
                    <a:pt x="368719" y="455409"/>
                  </a:lnTo>
                  <a:lnTo>
                    <a:pt x="396163" y="427177"/>
                  </a:lnTo>
                  <a:lnTo>
                    <a:pt x="419430" y="392518"/>
                  </a:lnTo>
                  <a:lnTo>
                    <a:pt x="437400" y="351231"/>
                  </a:lnTo>
                  <a:lnTo>
                    <a:pt x="448983" y="303085"/>
                  </a:lnTo>
                  <a:lnTo>
                    <a:pt x="453097" y="247865"/>
                  </a:lnTo>
                  <a:close/>
                </a:path>
                <a:path w="1618615" h="525145">
                  <a:moveTo>
                    <a:pt x="849947" y="516191"/>
                  </a:moveTo>
                  <a:lnTo>
                    <a:pt x="848817" y="491236"/>
                  </a:lnTo>
                  <a:lnTo>
                    <a:pt x="847839" y="463080"/>
                  </a:lnTo>
                  <a:lnTo>
                    <a:pt x="847140" y="431634"/>
                  </a:lnTo>
                  <a:lnTo>
                    <a:pt x="846874" y="396836"/>
                  </a:lnTo>
                  <a:lnTo>
                    <a:pt x="846874" y="144449"/>
                  </a:lnTo>
                  <a:lnTo>
                    <a:pt x="731316" y="144449"/>
                  </a:lnTo>
                  <a:lnTo>
                    <a:pt x="731316" y="365671"/>
                  </a:lnTo>
                  <a:lnTo>
                    <a:pt x="731037" y="372808"/>
                  </a:lnTo>
                  <a:lnTo>
                    <a:pt x="707301" y="417766"/>
                  </a:lnTo>
                  <a:lnTo>
                    <a:pt x="668985" y="431076"/>
                  </a:lnTo>
                  <a:lnTo>
                    <a:pt x="642531" y="425119"/>
                  </a:lnTo>
                  <a:lnTo>
                    <a:pt x="624332" y="407974"/>
                  </a:lnTo>
                  <a:lnTo>
                    <a:pt x="613841" y="380707"/>
                  </a:lnTo>
                  <a:lnTo>
                    <a:pt x="610463" y="344398"/>
                  </a:lnTo>
                  <a:lnTo>
                    <a:pt x="610463" y="144449"/>
                  </a:lnTo>
                  <a:lnTo>
                    <a:pt x="494906" y="144449"/>
                  </a:lnTo>
                  <a:lnTo>
                    <a:pt x="494906" y="362623"/>
                  </a:lnTo>
                  <a:lnTo>
                    <a:pt x="501205" y="423557"/>
                  </a:lnTo>
                  <a:lnTo>
                    <a:pt x="519036" y="469226"/>
                  </a:lnTo>
                  <a:lnTo>
                    <a:pt x="546785" y="500634"/>
                  </a:lnTo>
                  <a:lnTo>
                    <a:pt x="582866" y="518756"/>
                  </a:lnTo>
                  <a:lnTo>
                    <a:pt x="625652" y="524573"/>
                  </a:lnTo>
                  <a:lnTo>
                    <a:pt x="670026" y="518274"/>
                  </a:lnTo>
                  <a:lnTo>
                    <a:pt x="703491" y="502716"/>
                  </a:lnTo>
                  <a:lnTo>
                    <a:pt x="727113" y="482879"/>
                  </a:lnTo>
                  <a:lnTo>
                    <a:pt x="741972" y="463753"/>
                  </a:lnTo>
                  <a:lnTo>
                    <a:pt x="744245" y="463753"/>
                  </a:lnTo>
                  <a:lnTo>
                    <a:pt x="749592" y="516191"/>
                  </a:lnTo>
                  <a:lnTo>
                    <a:pt x="849947" y="516191"/>
                  </a:lnTo>
                  <a:close/>
                </a:path>
                <a:path w="1618615" h="525145">
                  <a:moveTo>
                    <a:pt x="1277759" y="326885"/>
                  </a:moveTo>
                  <a:lnTo>
                    <a:pt x="1273225" y="280898"/>
                  </a:lnTo>
                  <a:lnTo>
                    <a:pt x="1260055" y="239864"/>
                  </a:lnTo>
                  <a:lnTo>
                    <a:pt x="1247533" y="218948"/>
                  </a:lnTo>
                  <a:lnTo>
                    <a:pt x="1238923" y="204558"/>
                  </a:lnTo>
                  <a:lnTo>
                    <a:pt x="1210513" y="175742"/>
                  </a:lnTo>
                  <a:lnTo>
                    <a:pt x="1175537" y="154216"/>
                  </a:lnTo>
                  <a:lnTo>
                    <a:pt x="1157643" y="148323"/>
                  </a:lnTo>
                  <a:lnTo>
                    <a:pt x="1157643" y="329958"/>
                  </a:lnTo>
                  <a:lnTo>
                    <a:pt x="1152537" y="375627"/>
                  </a:lnTo>
                  <a:lnTo>
                    <a:pt x="1137881" y="410908"/>
                  </a:lnTo>
                  <a:lnTo>
                    <a:pt x="1114679" y="433641"/>
                  </a:lnTo>
                  <a:lnTo>
                    <a:pt x="1083906" y="441693"/>
                  </a:lnTo>
                  <a:lnTo>
                    <a:pt x="1083157" y="441693"/>
                  </a:lnTo>
                  <a:lnTo>
                    <a:pt x="1050861" y="433222"/>
                  </a:lnTo>
                  <a:lnTo>
                    <a:pt x="1027264" y="409867"/>
                  </a:lnTo>
                  <a:lnTo>
                    <a:pt x="1012799" y="374675"/>
                  </a:lnTo>
                  <a:lnTo>
                    <a:pt x="1007884" y="330708"/>
                  </a:lnTo>
                  <a:lnTo>
                    <a:pt x="1012063" y="289839"/>
                  </a:lnTo>
                  <a:lnTo>
                    <a:pt x="1025372" y="254025"/>
                  </a:lnTo>
                  <a:lnTo>
                    <a:pt x="1048931" y="228612"/>
                  </a:lnTo>
                  <a:lnTo>
                    <a:pt x="1083906" y="218948"/>
                  </a:lnTo>
                  <a:lnTo>
                    <a:pt x="1117574" y="228612"/>
                  </a:lnTo>
                  <a:lnTo>
                    <a:pt x="1140447" y="253936"/>
                  </a:lnTo>
                  <a:lnTo>
                    <a:pt x="1153502" y="289521"/>
                  </a:lnTo>
                  <a:lnTo>
                    <a:pt x="1157643" y="329958"/>
                  </a:lnTo>
                  <a:lnTo>
                    <a:pt x="1157643" y="148323"/>
                  </a:lnTo>
                  <a:lnTo>
                    <a:pt x="1134618" y="140728"/>
                  </a:lnTo>
                  <a:lnTo>
                    <a:pt x="1088466" y="136067"/>
                  </a:lnTo>
                  <a:lnTo>
                    <a:pt x="1039609" y="140665"/>
                  </a:lnTo>
                  <a:lnTo>
                    <a:pt x="996442" y="154089"/>
                  </a:lnTo>
                  <a:lnTo>
                    <a:pt x="959637" y="175755"/>
                  </a:lnTo>
                  <a:lnTo>
                    <a:pt x="929855" y="205041"/>
                  </a:lnTo>
                  <a:lnTo>
                    <a:pt x="907770" y="241401"/>
                  </a:lnTo>
                  <a:lnTo>
                    <a:pt x="894016" y="284226"/>
                  </a:lnTo>
                  <a:lnTo>
                    <a:pt x="889292" y="332955"/>
                  </a:lnTo>
                  <a:lnTo>
                    <a:pt x="894245" y="381393"/>
                  </a:lnTo>
                  <a:lnTo>
                    <a:pt x="908405" y="423481"/>
                  </a:lnTo>
                  <a:lnTo>
                    <a:pt x="930757" y="458812"/>
                  </a:lnTo>
                  <a:lnTo>
                    <a:pt x="960272" y="486994"/>
                  </a:lnTo>
                  <a:lnTo>
                    <a:pt x="995946" y="507606"/>
                  </a:lnTo>
                  <a:lnTo>
                    <a:pt x="1036726" y="520268"/>
                  </a:lnTo>
                  <a:lnTo>
                    <a:pt x="1081608" y="524573"/>
                  </a:lnTo>
                  <a:lnTo>
                    <a:pt x="1082382" y="524573"/>
                  </a:lnTo>
                  <a:lnTo>
                    <a:pt x="1124318" y="520725"/>
                  </a:lnTo>
                  <a:lnTo>
                    <a:pt x="1164336" y="509054"/>
                  </a:lnTo>
                  <a:lnTo>
                    <a:pt x="1200772" y="489381"/>
                  </a:lnTo>
                  <a:lnTo>
                    <a:pt x="1231976" y="461518"/>
                  </a:lnTo>
                  <a:lnTo>
                    <a:pt x="1245285" y="441693"/>
                  </a:lnTo>
                  <a:lnTo>
                    <a:pt x="1256322" y="425259"/>
                  </a:lnTo>
                  <a:lnTo>
                    <a:pt x="1272120" y="380453"/>
                  </a:lnTo>
                  <a:lnTo>
                    <a:pt x="1277759" y="326885"/>
                  </a:lnTo>
                  <a:close/>
                </a:path>
                <a:path w="1618615" h="525145">
                  <a:moveTo>
                    <a:pt x="1618411" y="150533"/>
                  </a:moveTo>
                  <a:lnTo>
                    <a:pt x="1598650" y="144424"/>
                  </a:lnTo>
                  <a:lnTo>
                    <a:pt x="1576603" y="139865"/>
                  </a:lnTo>
                  <a:lnTo>
                    <a:pt x="1553413" y="137033"/>
                  </a:lnTo>
                  <a:lnTo>
                    <a:pt x="1530223" y="136055"/>
                  </a:lnTo>
                  <a:lnTo>
                    <a:pt x="1474876" y="141300"/>
                  </a:lnTo>
                  <a:lnTo>
                    <a:pt x="1427530" y="156235"/>
                  </a:lnTo>
                  <a:lnTo>
                    <a:pt x="1388376" y="179628"/>
                  </a:lnTo>
                  <a:lnTo>
                    <a:pt x="1357591" y="210299"/>
                  </a:lnTo>
                  <a:lnTo>
                    <a:pt x="1335366" y="247015"/>
                  </a:lnTo>
                  <a:lnTo>
                    <a:pt x="1321904" y="288569"/>
                  </a:lnTo>
                  <a:lnTo>
                    <a:pt x="1317371" y="333743"/>
                  </a:lnTo>
                  <a:lnTo>
                    <a:pt x="1321968" y="381190"/>
                  </a:lnTo>
                  <a:lnTo>
                    <a:pt x="1335392" y="422783"/>
                  </a:lnTo>
                  <a:lnTo>
                    <a:pt x="1357045" y="458012"/>
                  </a:lnTo>
                  <a:lnTo>
                    <a:pt x="1386344" y="486346"/>
                  </a:lnTo>
                  <a:lnTo>
                    <a:pt x="1422704" y="507225"/>
                  </a:lnTo>
                  <a:lnTo>
                    <a:pt x="1465541" y="520153"/>
                  </a:lnTo>
                  <a:lnTo>
                    <a:pt x="1514259" y="524573"/>
                  </a:lnTo>
                  <a:lnTo>
                    <a:pt x="1546148" y="523240"/>
                  </a:lnTo>
                  <a:lnTo>
                    <a:pt x="1599057" y="514007"/>
                  </a:lnTo>
                  <a:lnTo>
                    <a:pt x="1603971" y="421932"/>
                  </a:lnTo>
                  <a:lnTo>
                    <a:pt x="1590116" y="427050"/>
                  </a:lnTo>
                  <a:lnTo>
                    <a:pt x="1574609" y="430872"/>
                  </a:lnTo>
                  <a:lnTo>
                    <a:pt x="1557248" y="433273"/>
                  </a:lnTo>
                  <a:lnTo>
                    <a:pt x="1537817" y="434098"/>
                  </a:lnTo>
                  <a:lnTo>
                    <a:pt x="1498168" y="427329"/>
                  </a:lnTo>
                  <a:lnTo>
                    <a:pt x="1465795" y="407301"/>
                  </a:lnTo>
                  <a:lnTo>
                    <a:pt x="1443951" y="374446"/>
                  </a:lnTo>
                  <a:lnTo>
                    <a:pt x="1435938" y="329196"/>
                  </a:lnTo>
                  <a:lnTo>
                    <a:pt x="1442631" y="287261"/>
                  </a:lnTo>
                  <a:lnTo>
                    <a:pt x="1462659" y="254304"/>
                  </a:lnTo>
                  <a:lnTo>
                    <a:pt x="1494218" y="232752"/>
                  </a:lnTo>
                  <a:lnTo>
                    <a:pt x="1535557" y="225031"/>
                  </a:lnTo>
                  <a:lnTo>
                    <a:pt x="1556562" y="225958"/>
                  </a:lnTo>
                  <a:lnTo>
                    <a:pt x="1574152" y="228447"/>
                  </a:lnTo>
                  <a:lnTo>
                    <a:pt x="1588592" y="232092"/>
                  </a:lnTo>
                  <a:lnTo>
                    <a:pt x="1600174" y="236435"/>
                  </a:lnTo>
                  <a:lnTo>
                    <a:pt x="1618411" y="150533"/>
                  </a:lnTo>
                  <a:close/>
                </a:path>
              </a:pathLst>
            </a:custGeom>
            <a:solidFill>
              <a:schemeClr val="tx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3">
              <a:extLst>
                <a:ext uri="{FF2B5EF4-FFF2-40B4-BE49-F238E27FC236}">
                  <a16:creationId xmlns:a16="http://schemas.microsoft.com/office/drawing/2014/main" id="{1BA993DD-B802-B0F6-BB6C-691D8C644DF2}"/>
                </a:ext>
              </a:extLst>
            </p:cNvPr>
            <p:cNvSpPr/>
            <p:nvPr userDrawn="1"/>
          </p:nvSpPr>
          <p:spPr>
            <a:xfrm>
              <a:off x="10672317" y="5994129"/>
              <a:ext cx="388620" cy="482600"/>
            </a:xfrm>
            <a:custGeom>
              <a:avLst/>
              <a:gdLst/>
              <a:ahLst/>
              <a:cxnLst/>
              <a:rect l="l" t="t" r="r" b="b"/>
              <a:pathLst>
                <a:path w="388619" h="482600">
                  <a:moveTo>
                    <a:pt x="388176" y="0"/>
                  </a:moveTo>
                  <a:lnTo>
                    <a:pt x="281090" y="0"/>
                  </a:lnTo>
                  <a:lnTo>
                    <a:pt x="281090" y="273331"/>
                  </a:lnTo>
                  <a:lnTo>
                    <a:pt x="275370" y="327965"/>
                  </a:lnTo>
                  <a:lnTo>
                    <a:pt x="258558" y="366414"/>
                  </a:lnTo>
                  <a:lnTo>
                    <a:pt x="231178" y="389143"/>
                  </a:lnTo>
                  <a:lnTo>
                    <a:pt x="193753" y="396616"/>
                  </a:lnTo>
                  <a:lnTo>
                    <a:pt x="157139" y="388845"/>
                  </a:lnTo>
                  <a:lnTo>
                    <a:pt x="130175" y="365621"/>
                  </a:lnTo>
                  <a:lnTo>
                    <a:pt x="113516" y="327072"/>
                  </a:lnTo>
                  <a:lnTo>
                    <a:pt x="107818" y="273331"/>
                  </a:lnTo>
                  <a:lnTo>
                    <a:pt x="107818" y="0"/>
                  </a:lnTo>
                  <a:lnTo>
                    <a:pt x="0" y="0"/>
                  </a:lnTo>
                  <a:lnTo>
                    <a:pt x="0" y="264892"/>
                  </a:lnTo>
                  <a:lnTo>
                    <a:pt x="4253" y="324651"/>
                  </a:lnTo>
                  <a:lnTo>
                    <a:pt x="16765" y="374300"/>
                  </a:lnTo>
                  <a:lnTo>
                    <a:pt x="37165" y="414172"/>
                  </a:lnTo>
                  <a:lnTo>
                    <a:pt x="65082" y="444602"/>
                  </a:lnTo>
                  <a:lnTo>
                    <a:pt x="100145" y="465925"/>
                  </a:lnTo>
                  <a:lnTo>
                    <a:pt x="141983" y="478473"/>
                  </a:lnTo>
                  <a:lnTo>
                    <a:pt x="190224" y="482582"/>
                  </a:lnTo>
                  <a:lnTo>
                    <a:pt x="240229" y="478290"/>
                  </a:lnTo>
                  <a:lnTo>
                    <a:pt x="283689" y="465335"/>
                  </a:lnTo>
                  <a:lnTo>
                    <a:pt x="320188" y="443592"/>
                  </a:lnTo>
                  <a:lnTo>
                    <a:pt x="349304" y="412939"/>
                  </a:lnTo>
                  <a:lnTo>
                    <a:pt x="370620" y="373254"/>
                  </a:lnTo>
                  <a:lnTo>
                    <a:pt x="383717" y="324414"/>
                  </a:lnTo>
                  <a:lnTo>
                    <a:pt x="388176" y="266295"/>
                  </a:lnTo>
                  <a:lnTo>
                    <a:pt x="38817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grpSp>
          <p:nvGrpSpPr>
            <p:cNvPr id="11" name="object 4">
              <a:extLst>
                <a:ext uri="{FF2B5EF4-FFF2-40B4-BE49-F238E27FC236}">
                  <a16:creationId xmlns:a16="http://schemas.microsoft.com/office/drawing/2014/main" id="{C3421982-2587-852B-E105-195C0E7D9D9F}"/>
                </a:ext>
              </a:extLst>
            </p:cNvPr>
            <p:cNvGrpSpPr/>
            <p:nvPr userDrawn="1"/>
          </p:nvGrpSpPr>
          <p:grpSpPr>
            <a:xfrm>
              <a:off x="11114331" y="5879067"/>
              <a:ext cx="445770" cy="598170"/>
              <a:chOff x="18406074" y="10234089"/>
              <a:chExt cx="445770" cy="598170"/>
            </a:xfrm>
          </p:grpSpPr>
          <p:sp>
            <p:nvSpPr>
              <p:cNvPr id="12" name="object 5">
                <a:extLst>
                  <a:ext uri="{FF2B5EF4-FFF2-40B4-BE49-F238E27FC236}">
                    <a16:creationId xmlns:a16="http://schemas.microsoft.com/office/drawing/2014/main" id="{7422255E-C44F-6988-4785-AAC71FA19F3B}"/>
                  </a:ext>
                </a:extLst>
              </p:cNvPr>
              <p:cNvSpPr/>
              <p:nvPr/>
            </p:nvSpPr>
            <p:spPr>
              <a:xfrm>
                <a:off x="18406074" y="10341395"/>
                <a:ext cx="376555" cy="490855"/>
              </a:xfrm>
              <a:custGeom>
                <a:avLst/>
                <a:gdLst/>
                <a:ahLst/>
                <a:cxnLst/>
                <a:rect l="l" t="t" r="r" b="b"/>
                <a:pathLst>
                  <a:path w="376555" h="490854">
                    <a:moveTo>
                      <a:pt x="259248" y="0"/>
                    </a:moveTo>
                    <a:lnTo>
                      <a:pt x="212510" y="3315"/>
                    </a:lnTo>
                    <a:lnTo>
                      <a:pt x="168577" y="13160"/>
                    </a:lnTo>
                    <a:lnTo>
                      <a:pt x="128168" y="29385"/>
                    </a:lnTo>
                    <a:lnTo>
                      <a:pt x="92002" y="51838"/>
                    </a:lnTo>
                    <a:lnTo>
                      <a:pt x="60799" y="80367"/>
                    </a:lnTo>
                    <a:lnTo>
                      <a:pt x="35278" y="114822"/>
                    </a:lnTo>
                    <a:lnTo>
                      <a:pt x="16158" y="155053"/>
                    </a:lnTo>
                    <a:lnTo>
                      <a:pt x="4159" y="200906"/>
                    </a:lnTo>
                    <a:lnTo>
                      <a:pt x="0" y="252233"/>
                    </a:lnTo>
                    <a:lnTo>
                      <a:pt x="3124" y="296015"/>
                    </a:lnTo>
                    <a:lnTo>
                      <a:pt x="12470" y="336820"/>
                    </a:lnTo>
                    <a:lnTo>
                      <a:pt x="27997" y="374067"/>
                    </a:lnTo>
                    <a:lnTo>
                      <a:pt x="49665" y="407177"/>
                    </a:lnTo>
                    <a:lnTo>
                      <a:pt x="77432" y="435568"/>
                    </a:lnTo>
                    <a:lnTo>
                      <a:pt x="111258" y="458660"/>
                    </a:lnTo>
                    <a:lnTo>
                      <a:pt x="151102" y="475874"/>
                    </a:lnTo>
                    <a:lnTo>
                      <a:pt x="196924" y="486627"/>
                    </a:lnTo>
                    <a:lnTo>
                      <a:pt x="248683" y="490341"/>
                    </a:lnTo>
                    <a:lnTo>
                      <a:pt x="289323" y="488424"/>
                    </a:lnTo>
                    <a:lnTo>
                      <a:pt x="323888" y="483469"/>
                    </a:lnTo>
                    <a:lnTo>
                      <a:pt x="351317" y="476664"/>
                    </a:lnTo>
                    <a:lnTo>
                      <a:pt x="370554" y="469200"/>
                    </a:lnTo>
                    <a:lnTo>
                      <a:pt x="354355" y="385380"/>
                    </a:lnTo>
                    <a:lnTo>
                      <a:pt x="336022" y="391357"/>
                    </a:lnTo>
                    <a:lnTo>
                      <a:pt x="313851" y="396278"/>
                    </a:lnTo>
                    <a:lnTo>
                      <a:pt x="289564" y="399616"/>
                    </a:lnTo>
                    <a:lnTo>
                      <a:pt x="264881" y="400846"/>
                    </a:lnTo>
                    <a:lnTo>
                      <a:pt x="212272" y="393858"/>
                    </a:lnTo>
                    <a:lnTo>
                      <a:pt x="169943" y="373685"/>
                    </a:lnTo>
                    <a:lnTo>
                      <a:pt x="138704" y="341508"/>
                    </a:lnTo>
                    <a:lnTo>
                      <a:pt x="119366" y="298511"/>
                    </a:lnTo>
                    <a:lnTo>
                      <a:pt x="112740" y="245877"/>
                    </a:lnTo>
                    <a:lnTo>
                      <a:pt x="120306" y="188964"/>
                    </a:lnTo>
                    <a:lnTo>
                      <a:pt x="141498" y="144930"/>
                    </a:lnTo>
                    <a:lnTo>
                      <a:pt x="174052" y="113642"/>
                    </a:lnTo>
                    <a:lnTo>
                      <a:pt x="215707" y="94967"/>
                    </a:lnTo>
                    <a:lnTo>
                      <a:pt x="264201" y="88772"/>
                    </a:lnTo>
                    <a:lnTo>
                      <a:pt x="291260" y="90238"/>
                    </a:lnTo>
                    <a:lnTo>
                      <a:pt x="315349" y="94150"/>
                    </a:lnTo>
                    <a:lnTo>
                      <a:pt x="336402" y="99775"/>
                    </a:lnTo>
                    <a:lnTo>
                      <a:pt x="354355" y="106384"/>
                    </a:lnTo>
                    <a:lnTo>
                      <a:pt x="376208" y="21161"/>
                    </a:lnTo>
                    <a:lnTo>
                      <a:pt x="357739" y="13689"/>
                    </a:lnTo>
                    <a:lnTo>
                      <a:pt x="331471" y="6878"/>
                    </a:lnTo>
                    <a:lnTo>
                      <a:pt x="298332" y="1917"/>
                    </a:lnTo>
                    <a:lnTo>
                      <a:pt x="259248" y="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13" name="object 6">
                <a:extLst>
                  <a:ext uri="{FF2B5EF4-FFF2-40B4-BE49-F238E27FC236}">
                    <a16:creationId xmlns:a16="http://schemas.microsoft.com/office/drawing/2014/main" id="{C9735AE4-9BC0-BA7F-18A3-3B4538726A97}"/>
                  </a:ext>
                </a:extLst>
              </p:cNvPr>
              <p:cNvPicPr/>
              <p:nvPr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739823" y="10234089"/>
                <a:ext cx="111954" cy="111944"/>
              </a:xfrm>
              <a:prstGeom prst="rect">
                <a:avLst/>
              </a:prstGeom>
            </p:spPr>
          </p:pic>
        </p:grpSp>
      </p:grpSp>
      <p:pic>
        <p:nvPicPr>
          <p:cNvPr id="3" name="Imagen 2">
            <a:extLst>
              <a:ext uri="{FF2B5EF4-FFF2-40B4-BE49-F238E27FC236}">
                <a16:creationId xmlns:a16="http://schemas.microsoft.com/office/drawing/2014/main" id="{0B8A2F42-00CA-3BF5-D8D0-4B68FE7E882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 rot="5400000">
            <a:off x="2714468" y="4342374"/>
            <a:ext cx="119408" cy="4238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512546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IO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C97BCC7D-6F08-8B7A-0AE6-494B19B085FA}"/>
              </a:ext>
            </a:extLst>
          </p:cNvPr>
          <p:cNvSpPr/>
          <p:nvPr userDrawn="1"/>
        </p:nvSpPr>
        <p:spPr>
          <a:xfrm>
            <a:off x="0" y="0"/>
            <a:ext cx="4459705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989D0323-C2ED-C0E8-73FE-BEAB8CFEAEB8}"/>
              </a:ext>
            </a:extLst>
          </p:cNvPr>
          <p:cNvSpPr/>
          <p:nvPr userDrawn="1"/>
        </p:nvSpPr>
        <p:spPr>
          <a:xfrm>
            <a:off x="970947" y="900877"/>
            <a:ext cx="3748474" cy="5056245"/>
          </a:xfrm>
          <a:prstGeom prst="rect">
            <a:avLst/>
          </a:prstGeom>
          <a:solidFill>
            <a:srgbClr val="4E7CD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pic>
        <p:nvPicPr>
          <p:cNvPr id="4" name="Gráfico 3">
            <a:extLst>
              <a:ext uri="{FF2B5EF4-FFF2-40B4-BE49-F238E27FC236}">
                <a16:creationId xmlns:a16="http://schemas.microsoft.com/office/drawing/2014/main" id="{3A500616-0E5D-9D67-2AD4-83DFD6FEB76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 rot="5400000" flipV="1">
            <a:off x="10929134" y="3487483"/>
            <a:ext cx="2392160" cy="133572"/>
          </a:xfrm>
          <a:prstGeom prst="rect">
            <a:avLst/>
          </a:prstGeom>
        </p:spPr>
      </p:pic>
      <p:sp>
        <p:nvSpPr>
          <p:cNvPr id="15" name="Marcador de título 1">
            <a:extLst>
              <a:ext uri="{FF2B5EF4-FFF2-40B4-BE49-F238E27FC236}">
                <a16:creationId xmlns:a16="http://schemas.microsoft.com/office/drawing/2014/main" id="{F57429FB-BAB3-46DE-9370-D3C110C657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477466" y="2219158"/>
            <a:ext cx="2805775" cy="162733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32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s-MX"/>
              <a:t>Haz clic para modificar título</a:t>
            </a:r>
            <a:endParaRPr lang="es-CL"/>
          </a:p>
        </p:txBody>
      </p:sp>
      <p:sp>
        <p:nvSpPr>
          <p:cNvPr id="16" name="Marcador de texto 2">
            <a:extLst>
              <a:ext uri="{FF2B5EF4-FFF2-40B4-BE49-F238E27FC236}">
                <a16:creationId xmlns:a16="http://schemas.microsoft.com/office/drawing/2014/main" id="{4F8D0BB2-7009-A53E-830B-0224847CA34E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477466" y="4008906"/>
            <a:ext cx="2805775" cy="74639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 b="0" i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pPr lvl="0"/>
            <a:r>
              <a:rPr lang="es-MX"/>
              <a:t>Haz clic para modificar bajada</a:t>
            </a:r>
            <a:endParaRPr lang="es-CL"/>
          </a:p>
        </p:txBody>
      </p:sp>
      <p:grpSp>
        <p:nvGrpSpPr>
          <p:cNvPr id="6" name="Grupo 5">
            <a:extLst>
              <a:ext uri="{FF2B5EF4-FFF2-40B4-BE49-F238E27FC236}">
                <a16:creationId xmlns:a16="http://schemas.microsoft.com/office/drawing/2014/main" id="{30600BA2-FE25-D617-556A-284E126C4526}"/>
              </a:ext>
            </a:extLst>
          </p:cNvPr>
          <p:cNvGrpSpPr/>
          <p:nvPr userDrawn="1"/>
        </p:nvGrpSpPr>
        <p:grpSpPr>
          <a:xfrm>
            <a:off x="10559057" y="6273209"/>
            <a:ext cx="1405082" cy="320986"/>
            <a:chOff x="8941676" y="5879067"/>
            <a:chExt cx="2618425" cy="598170"/>
          </a:xfrm>
        </p:grpSpPr>
        <p:sp>
          <p:nvSpPr>
            <p:cNvPr id="7" name="object 2">
              <a:extLst>
                <a:ext uri="{FF2B5EF4-FFF2-40B4-BE49-F238E27FC236}">
                  <a16:creationId xmlns:a16="http://schemas.microsoft.com/office/drawing/2014/main" id="{214DF2C4-F04D-3C80-781C-59FD036C679C}"/>
                </a:ext>
              </a:extLst>
            </p:cNvPr>
            <p:cNvSpPr/>
            <p:nvPr userDrawn="1"/>
          </p:nvSpPr>
          <p:spPr>
            <a:xfrm>
              <a:off x="8941676" y="5949980"/>
              <a:ext cx="1618615" cy="525145"/>
            </a:xfrm>
            <a:custGeom>
              <a:avLst/>
              <a:gdLst/>
              <a:ahLst/>
              <a:cxnLst/>
              <a:rect l="l" t="t" r="r" b="b"/>
              <a:pathLst>
                <a:path w="1618615" h="525145">
                  <a:moveTo>
                    <a:pt x="453097" y="247865"/>
                  </a:moveTo>
                  <a:lnTo>
                    <a:pt x="449186" y="196367"/>
                  </a:lnTo>
                  <a:lnTo>
                    <a:pt x="437921" y="151307"/>
                  </a:lnTo>
                  <a:lnTo>
                    <a:pt x="419925" y="112522"/>
                  </a:lnTo>
                  <a:lnTo>
                    <a:pt x="395884" y="79870"/>
                  </a:lnTo>
                  <a:lnTo>
                    <a:pt x="366445" y="53213"/>
                  </a:lnTo>
                  <a:lnTo>
                    <a:pt x="330708" y="31546"/>
                  </a:lnTo>
                  <a:lnTo>
                    <a:pt x="330708" y="251650"/>
                  </a:lnTo>
                  <a:lnTo>
                    <a:pt x="325094" y="307492"/>
                  </a:lnTo>
                  <a:lnTo>
                    <a:pt x="308851" y="352729"/>
                  </a:lnTo>
                  <a:lnTo>
                    <a:pt x="282892" y="387540"/>
                  </a:lnTo>
                  <a:lnTo>
                    <a:pt x="248132" y="412089"/>
                  </a:lnTo>
                  <a:lnTo>
                    <a:pt x="205486" y="426542"/>
                  </a:lnTo>
                  <a:lnTo>
                    <a:pt x="155841" y="431076"/>
                  </a:lnTo>
                  <a:lnTo>
                    <a:pt x="145161" y="431038"/>
                  </a:lnTo>
                  <a:lnTo>
                    <a:pt x="134264" y="430784"/>
                  </a:lnTo>
                  <a:lnTo>
                    <a:pt x="124079" y="430098"/>
                  </a:lnTo>
                  <a:lnTo>
                    <a:pt x="115519" y="428764"/>
                  </a:lnTo>
                  <a:lnTo>
                    <a:pt x="115519" y="93497"/>
                  </a:lnTo>
                  <a:lnTo>
                    <a:pt x="124383" y="91821"/>
                  </a:lnTo>
                  <a:lnTo>
                    <a:pt x="136080" y="90347"/>
                  </a:lnTo>
                  <a:lnTo>
                    <a:pt x="150622" y="89319"/>
                  </a:lnTo>
                  <a:lnTo>
                    <a:pt x="168008" y="88925"/>
                  </a:lnTo>
                  <a:lnTo>
                    <a:pt x="214909" y="93319"/>
                  </a:lnTo>
                  <a:lnTo>
                    <a:pt x="254800" y="106616"/>
                  </a:lnTo>
                  <a:lnTo>
                    <a:pt x="286994" y="128943"/>
                  </a:lnTo>
                  <a:lnTo>
                    <a:pt x="310832" y="160464"/>
                  </a:lnTo>
                  <a:lnTo>
                    <a:pt x="325628" y="201320"/>
                  </a:lnTo>
                  <a:lnTo>
                    <a:pt x="330708" y="251650"/>
                  </a:lnTo>
                  <a:lnTo>
                    <a:pt x="330708" y="31546"/>
                  </a:lnTo>
                  <a:lnTo>
                    <a:pt x="326796" y="29171"/>
                  </a:lnTo>
                  <a:lnTo>
                    <a:pt x="279666" y="12636"/>
                  </a:lnTo>
                  <a:lnTo>
                    <a:pt x="223278" y="3073"/>
                  </a:lnTo>
                  <a:lnTo>
                    <a:pt x="155841" y="0"/>
                  </a:lnTo>
                  <a:lnTo>
                    <a:pt x="113093" y="711"/>
                  </a:lnTo>
                  <a:lnTo>
                    <a:pt x="72212" y="2857"/>
                  </a:lnTo>
                  <a:lnTo>
                    <a:pt x="34175" y="6413"/>
                  </a:lnTo>
                  <a:lnTo>
                    <a:pt x="0" y="11417"/>
                  </a:lnTo>
                  <a:lnTo>
                    <a:pt x="0" y="513930"/>
                  </a:lnTo>
                  <a:lnTo>
                    <a:pt x="23964" y="516724"/>
                  </a:lnTo>
                  <a:lnTo>
                    <a:pt x="53784" y="519150"/>
                  </a:lnTo>
                  <a:lnTo>
                    <a:pt x="89585" y="520877"/>
                  </a:lnTo>
                  <a:lnTo>
                    <a:pt x="131495" y="521525"/>
                  </a:lnTo>
                  <a:lnTo>
                    <a:pt x="189534" y="518960"/>
                  </a:lnTo>
                  <a:lnTo>
                    <a:pt x="242811" y="511162"/>
                  </a:lnTo>
                  <a:lnTo>
                    <a:pt x="290804" y="498043"/>
                  </a:lnTo>
                  <a:lnTo>
                    <a:pt x="332955" y="479501"/>
                  </a:lnTo>
                  <a:lnTo>
                    <a:pt x="368719" y="455409"/>
                  </a:lnTo>
                  <a:lnTo>
                    <a:pt x="396163" y="427177"/>
                  </a:lnTo>
                  <a:lnTo>
                    <a:pt x="419430" y="392518"/>
                  </a:lnTo>
                  <a:lnTo>
                    <a:pt x="437400" y="351231"/>
                  </a:lnTo>
                  <a:lnTo>
                    <a:pt x="448983" y="303085"/>
                  </a:lnTo>
                  <a:lnTo>
                    <a:pt x="453097" y="247865"/>
                  </a:lnTo>
                  <a:close/>
                </a:path>
                <a:path w="1618615" h="525145">
                  <a:moveTo>
                    <a:pt x="849947" y="516191"/>
                  </a:moveTo>
                  <a:lnTo>
                    <a:pt x="848817" y="491236"/>
                  </a:lnTo>
                  <a:lnTo>
                    <a:pt x="847839" y="463080"/>
                  </a:lnTo>
                  <a:lnTo>
                    <a:pt x="847140" y="431634"/>
                  </a:lnTo>
                  <a:lnTo>
                    <a:pt x="846874" y="396836"/>
                  </a:lnTo>
                  <a:lnTo>
                    <a:pt x="846874" y="144449"/>
                  </a:lnTo>
                  <a:lnTo>
                    <a:pt x="731316" y="144449"/>
                  </a:lnTo>
                  <a:lnTo>
                    <a:pt x="731316" y="365671"/>
                  </a:lnTo>
                  <a:lnTo>
                    <a:pt x="731037" y="372808"/>
                  </a:lnTo>
                  <a:lnTo>
                    <a:pt x="707301" y="417766"/>
                  </a:lnTo>
                  <a:lnTo>
                    <a:pt x="668985" y="431076"/>
                  </a:lnTo>
                  <a:lnTo>
                    <a:pt x="642531" y="425119"/>
                  </a:lnTo>
                  <a:lnTo>
                    <a:pt x="624332" y="407974"/>
                  </a:lnTo>
                  <a:lnTo>
                    <a:pt x="613841" y="380707"/>
                  </a:lnTo>
                  <a:lnTo>
                    <a:pt x="610463" y="344398"/>
                  </a:lnTo>
                  <a:lnTo>
                    <a:pt x="610463" y="144449"/>
                  </a:lnTo>
                  <a:lnTo>
                    <a:pt x="494906" y="144449"/>
                  </a:lnTo>
                  <a:lnTo>
                    <a:pt x="494906" y="362623"/>
                  </a:lnTo>
                  <a:lnTo>
                    <a:pt x="501205" y="423557"/>
                  </a:lnTo>
                  <a:lnTo>
                    <a:pt x="519036" y="469226"/>
                  </a:lnTo>
                  <a:lnTo>
                    <a:pt x="546785" y="500634"/>
                  </a:lnTo>
                  <a:lnTo>
                    <a:pt x="582866" y="518756"/>
                  </a:lnTo>
                  <a:lnTo>
                    <a:pt x="625652" y="524573"/>
                  </a:lnTo>
                  <a:lnTo>
                    <a:pt x="670026" y="518274"/>
                  </a:lnTo>
                  <a:lnTo>
                    <a:pt x="703491" y="502716"/>
                  </a:lnTo>
                  <a:lnTo>
                    <a:pt x="727113" y="482879"/>
                  </a:lnTo>
                  <a:lnTo>
                    <a:pt x="741972" y="463753"/>
                  </a:lnTo>
                  <a:lnTo>
                    <a:pt x="744245" y="463753"/>
                  </a:lnTo>
                  <a:lnTo>
                    <a:pt x="749592" y="516191"/>
                  </a:lnTo>
                  <a:lnTo>
                    <a:pt x="849947" y="516191"/>
                  </a:lnTo>
                  <a:close/>
                </a:path>
                <a:path w="1618615" h="525145">
                  <a:moveTo>
                    <a:pt x="1277759" y="326885"/>
                  </a:moveTo>
                  <a:lnTo>
                    <a:pt x="1273225" y="280898"/>
                  </a:lnTo>
                  <a:lnTo>
                    <a:pt x="1260055" y="239864"/>
                  </a:lnTo>
                  <a:lnTo>
                    <a:pt x="1247533" y="218948"/>
                  </a:lnTo>
                  <a:lnTo>
                    <a:pt x="1238923" y="204558"/>
                  </a:lnTo>
                  <a:lnTo>
                    <a:pt x="1210513" y="175742"/>
                  </a:lnTo>
                  <a:lnTo>
                    <a:pt x="1175537" y="154216"/>
                  </a:lnTo>
                  <a:lnTo>
                    <a:pt x="1157643" y="148323"/>
                  </a:lnTo>
                  <a:lnTo>
                    <a:pt x="1157643" y="329958"/>
                  </a:lnTo>
                  <a:lnTo>
                    <a:pt x="1152537" y="375627"/>
                  </a:lnTo>
                  <a:lnTo>
                    <a:pt x="1137881" y="410908"/>
                  </a:lnTo>
                  <a:lnTo>
                    <a:pt x="1114679" y="433641"/>
                  </a:lnTo>
                  <a:lnTo>
                    <a:pt x="1083906" y="441693"/>
                  </a:lnTo>
                  <a:lnTo>
                    <a:pt x="1083157" y="441693"/>
                  </a:lnTo>
                  <a:lnTo>
                    <a:pt x="1050861" y="433222"/>
                  </a:lnTo>
                  <a:lnTo>
                    <a:pt x="1027264" y="409867"/>
                  </a:lnTo>
                  <a:lnTo>
                    <a:pt x="1012799" y="374675"/>
                  </a:lnTo>
                  <a:lnTo>
                    <a:pt x="1007884" y="330708"/>
                  </a:lnTo>
                  <a:lnTo>
                    <a:pt x="1012063" y="289839"/>
                  </a:lnTo>
                  <a:lnTo>
                    <a:pt x="1025372" y="254025"/>
                  </a:lnTo>
                  <a:lnTo>
                    <a:pt x="1048931" y="228612"/>
                  </a:lnTo>
                  <a:lnTo>
                    <a:pt x="1083906" y="218948"/>
                  </a:lnTo>
                  <a:lnTo>
                    <a:pt x="1117574" y="228612"/>
                  </a:lnTo>
                  <a:lnTo>
                    <a:pt x="1140447" y="253936"/>
                  </a:lnTo>
                  <a:lnTo>
                    <a:pt x="1153502" y="289521"/>
                  </a:lnTo>
                  <a:lnTo>
                    <a:pt x="1157643" y="329958"/>
                  </a:lnTo>
                  <a:lnTo>
                    <a:pt x="1157643" y="148323"/>
                  </a:lnTo>
                  <a:lnTo>
                    <a:pt x="1134618" y="140728"/>
                  </a:lnTo>
                  <a:lnTo>
                    <a:pt x="1088466" y="136067"/>
                  </a:lnTo>
                  <a:lnTo>
                    <a:pt x="1039609" y="140665"/>
                  </a:lnTo>
                  <a:lnTo>
                    <a:pt x="996442" y="154089"/>
                  </a:lnTo>
                  <a:lnTo>
                    <a:pt x="959637" y="175755"/>
                  </a:lnTo>
                  <a:lnTo>
                    <a:pt x="929855" y="205041"/>
                  </a:lnTo>
                  <a:lnTo>
                    <a:pt x="907770" y="241401"/>
                  </a:lnTo>
                  <a:lnTo>
                    <a:pt x="894016" y="284226"/>
                  </a:lnTo>
                  <a:lnTo>
                    <a:pt x="889292" y="332955"/>
                  </a:lnTo>
                  <a:lnTo>
                    <a:pt x="894245" y="381393"/>
                  </a:lnTo>
                  <a:lnTo>
                    <a:pt x="908405" y="423481"/>
                  </a:lnTo>
                  <a:lnTo>
                    <a:pt x="930757" y="458812"/>
                  </a:lnTo>
                  <a:lnTo>
                    <a:pt x="960272" y="486994"/>
                  </a:lnTo>
                  <a:lnTo>
                    <a:pt x="995946" y="507606"/>
                  </a:lnTo>
                  <a:lnTo>
                    <a:pt x="1036726" y="520268"/>
                  </a:lnTo>
                  <a:lnTo>
                    <a:pt x="1081608" y="524573"/>
                  </a:lnTo>
                  <a:lnTo>
                    <a:pt x="1082382" y="524573"/>
                  </a:lnTo>
                  <a:lnTo>
                    <a:pt x="1124318" y="520725"/>
                  </a:lnTo>
                  <a:lnTo>
                    <a:pt x="1164336" y="509054"/>
                  </a:lnTo>
                  <a:lnTo>
                    <a:pt x="1200772" y="489381"/>
                  </a:lnTo>
                  <a:lnTo>
                    <a:pt x="1231976" y="461518"/>
                  </a:lnTo>
                  <a:lnTo>
                    <a:pt x="1245285" y="441693"/>
                  </a:lnTo>
                  <a:lnTo>
                    <a:pt x="1256322" y="425259"/>
                  </a:lnTo>
                  <a:lnTo>
                    <a:pt x="1272120" y="380453"/>
                  </a:lnTo>
                  <a:lnTo>
                    <a:pt x="1277759" y="326885"/>
                  </a:lnTo>
                  <a:close/>
                </a:path>
                <a:path w="1618615" h="525145">
                  <a:moveTo>
                    <a:pt x="1618411" y="150533"/>
                  </a:moveTo>
                  <a:lnTo>
                    <a:pt x="1598650" y="144424"/>
                  </a:lnTo>
                  <a:lnTo>
                    <a:pt x="1576603" y="139865"/>
                  </a:lnTo>
                  <a:lnTo>
                    <a:pt x="1553413" y="137033"/>
                  </a:lnTo>
                  <a:lnTo>
                    <a:pt x="1530223" y="136055"/>
                  </a:lnTo>
                  <a:lnTo>
                    <a:pt x="1474876" y="141300"/>
                  </a:lnTo>
                  <a:lnTo>
                    <a:pt x="1427530" y="156235"/>
                  </a:lnTo>
                  <a:lnTo>
                    <a:pt x="1388376" y="179628"/>
                  </a:lnTo>
                  <a:lnTo>
                    <a:pt x="1357591" y="210299"/>
                  </a:lnTo>
                  <a:lnTo>
                    <a:pt x="1335366" y="247015"/>
                  </a:lnTo>
                  <a:lnTo>
                    <a:pt x="1321904" y="288569"/>
                  </a:lnTo>
                  <a:lnTo>
                    <a:pt x="1317371" y="333743"/>
                  </a:lnTo>
                  <a:lnTo>
                    <a:pt x="1321968" y="381190"/>
                  </a:lnTo>
                  <a:lnTo>
                    <a:pt x="1335392" y="422783"/>
                  </a:lnTo>
                  <a:lnTo>
                    <a:pt x="1357045" y="458012"/>
                  </a:lnTo>
                  <a:lnTo>
                    <a:pt x="1386344" y="486346"/>
                  </a:lnTo>
                  <a:lnTo>
                    <a:pt x="1422704" y="507225"/>
                  </a:lnTo>
                  <a:lnTo>
                    <a:pt x="1465541" y="520153"/>
                  </a:lnTo>
                  <a:lnTo>
                    <a:pt x="1514259" y="524573"/>
                  </a:lnTo>
                  <a:lnTo>
                    <a:pt x="1546148" y="523240"/>
                  </a:lnTo>
                  <a:lnTo>
                    <a:pt x="1599057" y="514007"/>
                  </a:lnTo>
                  <a:lnTo>
                    <a:pt x="1603971" y="421932"/>
                  </a:lnTo>
                  <a:lnTo>
                    <a:pt x="1590116" y="427050"/>
                  </a:lnTo>
                  <a:lnTo>
                    <a:pt x="1574609" y="430872"/>
                  </a:lnTo>
                  <a:lnTo>
                    <a:pt x="1557248" y="433273"/>
                  </a:lnTo>
                  <a:lnTo>
                    <a:pt x="1537817" y="434098"/>
                  </a:lnTo>
                  <a:lnTo>
                    <a:pt x="1498168" y="427329"/>
                  </a:lnTo>
                  <a:lnTo>
                    <a:pt x="1465795" y="407301"/>
                  </a:lnTo>
                  <a:lnTo>
                    <a:pt x="1443951" y="374446"/>
                  </a:lnTo>
                  <a:lnTo>
                    <a:pt x="1435938" y="329196"/>
                  </a:lnTo>
                  <a:lnTo>
                    <a:pt x="1442631" y="287261"/>
                  </a:lnTo>
                  <a:lnTo>
                    <a:pt x="1462659" y="254304"/>
                  </a:lnTo>
                  <a:lnTo>
                    <a:pt x="1494218" y="232752"/>
                  </a:lnTo>
                  <a:lnTo>
                    <a:pt x="1535557" y="225031"/>
                  </a:lnTo>
                  <a:lnTo>
                    <a:pt x="1556562" y="225958"/>
                  </a:lnTo>
                  <a:lnTo>
                    <a:pt x="1574152" y="228447"/>
                  </a:lnTo>
                  <a:lnTo>
                    <a:pt x="1588592" y="232092"/>
                  </a:lnTo>
                  <a:lnTo>
                    <a:pt x="1600174" y="236435"/>
                  </a:lnTo>
                  <a:lnTo>
                    <a:pt x="1618411" y="150533"/>
                  </a:lnTo>
                  <a:close/>
                </a:path>
              </a:pathLst>
            </a:custGeom>
            <a:solidFill>
              <a:schemeClr val="tx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3">
              <a:extLst>
                <a:ext uri="{FF2B5EF4-FFF2-40B4-BE49-F238E27FC236}">
                  <a16:creationId xmlns:a16="http://schemas.microsoft.com/office/drawing/2014/main" id="{6664B434-EC06-B2A1-112A-CFBBD91843D1}"/>
                </a:ext>
              </a:extLst>
            </p:cNvPr>
            <p:cNvSpPr/>
            <p:nvPr userDrawn="1"/>
          </p:nvSpPr>
          <p:spPr>
            <a:xfrm>
              <a:off x="10672317" y="5994129"/>
              <a:ext cx="388620" cy="482600"/>
            </a:xfrm>
            <a:custGeom>
              <a:avLst/>
              <a:gdLst/>
              <a:ahLst/>
              <a:cxnLst/>
              <a:rect l="l" t="t" r="r" b="b"/>
              <a:pathLst>
                <a:path w="388619" h="482600">
                  <a:moveTo>
                    <a:pt x="388176" y="0"/>
                  </a:moveTo>
                  <a:lnTo>
                    <a:pt x="281090" y="0"/>
                  </a:lnTo>
                  <a:lnTo>
                    <a:pt x="281090" y="273331"/>
                  </a:lnTo>
                  <a:lnTo>
                    <a:pt x="275370" y="327965"/>
                  </a:lnTo>
                  <a:lnTo>
                    <a:pt x="258558" y="366414"/>
                  </a:lnTo>
                  <a:lnTo>
                    <a:pt x="231178" y="389143"/>
                  </a:lnTo>
                  <a:lnTo>
                    <a:pt x="193753" y="396616"/>
                  </a:lnTo>
                  <a:lnTo>
                    <a:pt x="157139" y="388845"/>
                  </a:lnTo>
                  <a:lnTo>
                    <a:pt x="130175" y="365621"/>
                  </a:lnTo>
                  <a:lnTo>
                    <a:pt x="113516" y="327072"/>
                  </a:lnTo>
                  <a:lnTo>
                    <a:pt x="107818" y="273331"/>
                  </a:lnTo>
                  <a:lnTo>
                    <a:pt x="107818" y="0"/>
                  </a:lnTo>
                  <a:lnTo>
                    <a:pt x="0" y="0"/>
                  </a:lnTo>
                  <a:lnTo>
                    <a:pt x="0" y="264892"/>
                  </a:lnTo>
                  <a:lnTo>
                    <a:pt x="4253" y="324651"/>
                  </a:lnTo>
                  <a:lnTo>
                    <a:pt x="16765" y="374300"/>
                  </a:lnTo>
                  <a:lnTo>
                    <a:pt x="37165" y="414172"/>
                  </a:lnTo>
                  <a:lnTo>
                    <a:pt x="65082" y="444602"/>
                  </a:lnTo>
                  <a:lnTo>
                    <a:pt x="100145" y="465925"/>
                  </a:lnTo>
                  <a:lnTo>
                    <a:pt x="141983" y="478473"/>
                  </a:lnTo>
                  <a:lnTo>
                    <a:pt x="190224" y="482582"/>
                  </a:lnTo>
                  <a:lnTo>
                    <a:pt x="240229" y="478290"/>
                  </a:lnTo>
                  <a:lnTo>
                    <a:pt x="283689" y="465335"/>
                  </a:lnTo>
                  <a:lnTo>
                    <a:pt x="320188" y="443592"/>
                  </a:lnTo>
                  <a:lnTo>
                    <a:pt x="349304" y="412939"/>
                  </a:lnTo>
                  <a:lnTo>
                    <a:pt x="370620" y="373254"/>
                  </a:lnTo>
                  <a:lnTo>
                    <a:pt x="383717" y="324414"/>
                  </a:lnTo>
                  <a:lnTo>
                    <a:pt x="388176" y="266295"/>
                  </a:lnTo>
                  <a:lnTo>
                    <a:pt x="38817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grpSp>
          <p:nvGrpSpPr>
            <p:cNvPr id="17" name="object 4">
              <a:extLst>
                <a:ext uri="{FF2B5EF4-FFF2-40B4-BE49-F238E27FC236}">
                  <a16:creationId xmlns:a16="http://schemas.microsoft.com/office/drawing/2014/main" id="{78BE0504-3454-CB76-4D2B-96730BFC194F}"/>
                </a:ext>
              </a:extLst>
            </p:cNvPr>
            <p:cNvGrpSpPr/>
            <p:nvPr userDrawn="1"/>
          </p:nvGrpSpPr>
          <p:grpSpPr>
            <a:xfrm>
              <a:off x="11114331" y="5879067"/>
              <a:ext cx="445770" cy="598170"/>
              <a:chOff x="18406074" y="10234089"/>
              <a:chExt cx="445770" cy="598170"/>
            </a:xfrm>
          </p:grpSpPr>
          <p:sp>
            <p:nvSpPr>
              <p:cNvPr id="18" name="object 5">
                <a:extLst>
                  <a:ext uri="{FF2B5EF4-FFF2-40B4-BE49-F238E27FC236}">
                    <a16:creationId xmlns:a16="http://schemas.microsoft.com/office/drawing/2014/main" id="{E08B512B-19D5-31EE-38BB-ECE0FD6B8C78}"/>
                  </a:ext>
                </a:extLst>
              </p:cNvPr>
              <p:cNvSpPr/>
              <p:nvPr/>
            </p:nvSpPr>
            <p:spPr>
              <a:xfrm>
                <a:off x="18406074" y="10341395"/>
                <a:ext cx="376555" cy="490855"/>
              </a:xfrm>
              <a:custGeom>
                <a:avLst/>
                <a:gdLst/>
                <a:ahLst/>
                <a:cxnLst/>
                <a:rect l="l" t="t" r="r" b="b"/>
                <a:pathLst>
                  <a:path w="376555" h="490854">
                    <a:moveTo>
                      <a:pt x="259248" y="0"/>
                    </a:moveTo>
                    <a:lnTo>
                      <a:pt x="212510" y="3315"/>
                    </a:lnTo>
                    <a:lnTo>
                      <a:pt x="168577" y="13160"/>
                    </a:lnTo>
                    <a:lnTo>
                      <a:pt x="128168" y="29385"/>
                    </a:lnTo>
                    <a:lnTo>
                      <a:pt x="92002" y="51838"/>
                    </a:lnTo>
                    <a:lnTo>
                      <a:pt x="60799" y="80367"/>
                    </a:lnTo>
                    <a:lnTo>
                      <a:pt x="35278" y="114822"/>
                    </a:lnTo>
                    <a:lnTo>
                      <a:pt x="16158" y="155053"/>
                    </a:lnTo>
                    <a:lnTo>
                      <a:pt x="4159" y="200906"/>
                    </a:lnTo>
                    <a:lnTo>
                      <a:pt x="0" y="252233"/>
                    </a:lnTo>
                    <a:lnTo>
                      <a:pt x="3124" y="296015"/>
                    </a:lnTo>
                    <a:lnTo>
                      <a:pt x="12470" y="336820"/>
                    </a:lnTo>
                    <a:lnTo>
                      <a:pt x="27997" y="374067"/>
                    </a:lnTo>
                    <a:lnTo>
                      <a:pt x="49665" y="407177"/>
                    </a:lnTo>
                    <a:lnTo>
                      <a:pt x="77432" y="435568"/>
                    </a:lnTo>
                    <a:lnTo>
                      <a:pt x="111258" y="458660"/>
                    </a:lnTo>
                    <a:lnTo>
                      <a:pt x="151102" y="475874"/>
                    </a:lnTo>
                    <a:lnTo>
                      <a:pt x="196924" y="486627"/>
                    </a:lnTo>
                    <a:lnTo>
                      <a:pt x="248683" y="490341"/>
                    </a:lnTo>
                    <a:lnTo>
                      <a:pt x="289323" y="488424"/>
                    </a:lnTo>
                    <a:lnTo>
                      <a:pt x="323888" y="483469"/>
                    </a:lnTo>
                    <a:lnTo>
                      <a:pt x="351317" y="476664"/>
                    </a:lnTo>
                    <a:lnTo>
                      <a:pt x="370554" y="469200"/>
                    </a:lnTo>
                    <a:lnTo>
                      <a:pt x="354355" y="385380"/>
                    </a:lnTo>
                    <a:lnTo>
                      <a:pt x="336022" y="391357"/>
                    </a:lnTo>
                    <a:lnTo>
                      <a:pt x="313851" y="396278"/>
                    </a:lnTo>
                    <a:lnTo>
                      <a:pt x="289564" y="399616"/>
                    </a:lnTo>
                    <a:lnTo>
                      <a:pt x="264881" y="400846"/>
                    </a:lnTo>
                    <a:lnTo>
                      <a:pt x="212272" y="393858"/>
                    </a:lnTo>
                    <a:lnTo>
                      <a:pt x="169943" y="373685"/>
                    </a:lnTo>
                    <a:lnTo>
                      <a:pt x="138704" y="341508"/>
                    </a:lnTo>
                    <a:lnTo>
                      <a:pt x="119366" y="298511"/>
                    </a:lnTo>
                    <a:lnTo>
                      <a:pt x="112740" y="245877"/>
                    </a:lnTo>
                    <a:lnTo>
                      <a:pt x="120306" y="188964"/>
                    </a:lnTo>
                    <a:lnTo>
                      <a:pt x="141498" y="144930"/>
                    </a:lnTo>
                    <a:lnTo>
                      <a:pt x="174052" y="113642"/>
                    </a:lnTo>
                    <a:lnTo>
                      <a:pt x="215707" y="94967"/>
                    </a:lnTo>
                    <a:lnTo>
                      <a:pt x="264201" y="88772"/>
                    </a:lnTo>
                    <a:lnTo>
                      <a:pt x="291260" y="90238"/>
                    </a:lnTo>
                    <a:lnTo>
                      <a:pt x="315349" y="94150"/>
                    </a:lnTo>
                    <a:lnTo>
                      <a:pt x="336402" y="99775"/>
                    </a:lnTo>
                    <a:lnTo>
                      <a:pt x="354355" y="106384"/>
                    </a:lnTo>
                    <a:lnTo>
                      <a:pt x="376208" y="21161"/>
                    </a:lnTo>
                    <a:lnTo>
                      <a:pt x="357739" y="13689"/>
                    </a:lnTo>
                    <a:lnTo>
                      <a:pt x="331471" y="6878"/>
                    </a:lnTo>
                    <a:lnTo>
                      <a:pt x="298332" y="1917"/>
                    </a:lnTo>
                    <a:lnTo>
                      <a:pt x="259248" y="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19" name="object 6">
                <a:extLst>
                  <a:ext uri="{FF2B5EF4-FFF2-40B4-BE49-F238E27FC236}">
                    <a16:creationId xmlns:a16="http://schemas.microsoft.com/office/drawing/2014/main" id="{2816031D-2FBD-6D3D-C3AA-EDAC01B1B7B3}"/>
                  </a:ext>
                </a:extLst>
              </p:cNvPr>
              <p:cNvPicPr/>
              <p:nvPr/>
            </p:nvPicPr>
            <p:blipFill>
              <a:blip r:embed="rId4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739823" y="10234089"/>
                <a:ext cx="111954" cy="111944"/>
              </a:xfrm>
              <a:prstGeom prst="rect">
                <a:avLst/>
              </a:prstGeom>
            </p:spPr>
          </p:pic>
        </p:grpSp>
      </p:grpSp>
      <p:pic>
        <p:nvPicPr>
          <p:cNvPr id="9" name="Imagen 8">
            <a:extLst>
              <a:ext uri="{FF2B5EF4-FFF2-40B4-BE49-F238E27FC236}">
                <a16:creationId xmlns:a16="http://schemas.microsoft.com/office/drawing/2014/main" id="{9C188DE4-1C8A-750A-9834-317895F22B2F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460414" y="1315256"/>
            <a:ext cx="119084" cy="4227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286942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IO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ángulo 1">
            <a:extLst>
              <a:ext uri="{FF2B5EF4-FFF2-40B4-BE49-F238E27FC236}">
                <a16:creationId xmlns:a16="http://schemas.microsoft.com/office/drawing/2014/main" id="{C97BCC7D-6F08-8B7A-0AE6-494B19B085FA}"/>
              </a:ext>
            </a:extLst>
          </p:cNvPr>
          <p:cNvSpPr/>
          <p:nvPr userDrawn="1"/>
        </p:nvSpPr>
        <p:spPr>
          <a:xfrm>
            <a:off x="0" y="0"/>
            <a:ext cx="1155032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7CFD1A2D-962B-1B2F-8EFE-116133732487}"/>
              </a:ext>
            </a:extLst>
          </p:cNvPr>
          <p:cNvSpPr/>
          <p:nvPr userDrawn="1"/>
        </p:nvSpPr>
        <p:spPr>
          <a:xfrm>
            <a:off x="485631" y="405838"/>
            <a:ext cx="155636" cy="155636"/>
          </a:xfrm>
          <a:prstGeom prst="rect">
            <a:avLst/>
          </a:prstGeom>
          <a:solidFill>
            <a:srgbClr val="4E7CD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 sz="1351"/>
          </a:p>
        </p:txBody>
      </p:sp>
      <p:sp>
        <p:nvSpPr>
          <p:cNvPr id="7" name="Marcador de texto 26">
            <a:extLst>
              <a:ext uri="{FF2B5EF4-FFF2-40B4-BE49-F238E27FC236}">
                <a16:creationId xmlns:a16="http://schemas.microsoft.com/office/drawing/2014/main" id="{FC12E6C9-B6C7-FBEC-A203-87F5181A303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10853" y="405838"/>
            <a:ext cx="4916775" cy="469685"/>
          </a:xfrm>
        </p:spPr>
        <p:txBody>
          <a:bodyPr>
            <a:noAutofit/>
          </a:bodyPr>
          <a:lstStyle>
            <a:lvl1pPr marL="0" indent="0" algn="r">
              <a:buNone/>
              <a:defRPr sz="32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s-ES"/>
              <a:t>MODIFICAR TITULO</a:t>
            </a:r>
            <a:endParaRPr lang="es-CL"/>
          </a:p>
        </p:txBody>
      </p:sp>
      <p:sp>
        <p:nvSpPr>
          <p:cNvPr id="8" name="Marcador de texto 3">
            <a:extLst>
              <a:ext uri="{FF2B5EF4-FFF2-40B4-BE49-F238E27FC236}">
                <a16:creationId xmlns:a16="http://schemas.microsoft.com/office/drawing/2014/main" id="{1CE8A453-8074-39A1-48E5-2C3C6BECABC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510853" y="976146"/>
            <a:ext cx="4930746" cy="281800"/>
          </a:xfrm>
        </p:spPr>
        <p:txBody>
          <a:bodyPr>
            <a:normAutofit/>
          </a:bodyPr>
          <a:lstStyle>
            <a:lvl1pPr marL="0" indent="0" algn="r">
              <a:buNone/>
              <a:defRPr sz="140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s-ES"/>
              <a:t>Haz clic para modificar o eliminar bajada</a:t>
            </a:r>
          </a:p>
          <a:p>
            <a:endParaRPr lang="es-ES"/>
          </a:p>
        </p:txBody>
      </p:sp>
      <p:sp>
        <p:nvSpPr>
          <p:cNvPr id="17" name="Rectángulo 16">
            <a:extLst>
              <a:ext uri="{FF2B5EF4-FFF2-40B4-BE49-F238E27FC236}">
                <a16:creationId xmlns:a16="http://schemas.microsoft.com/office/drawing/2014/main" id="{C0D8A9F2-7C34-CC0C-4A65-766C6591434E}"/>
              </a:ext>
            </a:extLst>
          </p:cNvPr>
          <p:cNvSpPr/>
          <p:nvPr userDrawn="1"/>
        </p:nvSpPr>
        <p:spPr>
          <a:xfrm>
            <a:off x="11551912" y="483656"/>
            <a:ext cx="271438" cy="271438"/>
          </a:xfrm>
          <a:prstGeom prst="rect">
            <a:avLst/>
          </a:prstGeom>
          <a:solidFill>
            <a:srgbClr val="4E7CD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grpSp>
        <p:nvGrpSpPr>
          <p:cNvPr id="3" name="Grupo 2">
            <a:extLst>
              <a:ext uri="{FF2B5EF4-FFF2-40B4-BE49-F238E27FC236}">
                <a16:creationId xmlns:a16="http://schemas.microsoft.com/office/drawing/2014/main" id="{427846E3-6C01-4C3F-2624-7CD8517C9846}"/>
              </a:ext>
            </a:extLst>
          </p:cNvPr>
          <p:cNvGrpSpPr/>
          <p:nvPr userDrawn="1"/>
        </p:nvGrpSpPr>
        <p:grpSpPr>
          <a:xfrm>
            <a:off x="10559057" y="6273209"/>
            <a:ext cx="1405082" cy="320986"/>
            <a:chOff x="8941676" y="5879067"/>
            <a:chExt cx="2618425" cy="598170"/>
          </a:xfrm>
        </p:grpSpPr>
        <p:sp>
          <p:nvSpPr>
            <p:cNvPr id="4" name="object 2">
              <a:extLst>
                <a:ext uri="{FF2B5EF4-FFF2-40B4-BE49-F238E27FC236}">
                  <a16:creationId xmlns:a16="http://schemas.microsoft.com/office/drawing/2014/main" id="{F0FF35D2-A2FC-35AC-0158-8D26446D5854}"/>
                </a:ext>
              </a:extLst>
            </p:cNvPr>
            <p:cNvSpPr/>
            <p:nvPr userDrawn="1"/>
          </p:nvSpPr>
          <p:spPr>
            <a:xfrm>
              <a:off x="8941676" y="5949980"/>
              <a:ext cx="1618615" cy="525145"/>
            </a:xfrm>
            <a:custGeom>
              <a:avLst/>
              <a:gdLst/>
              <a:ahLst/>
              <a:cxnLst/>
              <a:rect l="l" t="t" r="r" b="b"/>
              <a:pathLst>
                <a:path w="1618615" h="525145">
                  <a:moveTo>
                    <a:pt x="453097" y="247865"/>
                  </a:moveTo>
                  <a:lnTo>
                    <a:pt x="449186" y="196367"/>
                  </a:lnTo>
                  <a:lnTo>
                    <a:pt x="437921" y="151307"/>
                  </a:lnTo>
                  <a:lnTo>
                    <a:pt x="419925" y="112522"/>
                  </a:lnTo>
                  <a:lnTo>
                    <a:pt x="395884" y="79870"/>
                  </a:lnTo>
                  <a:lnTo>
                    <a:pt x="366445" y="53213"/>
                  </a:lnTo>
                  <a:lnTo>
                    <a:pt x="330708" y="31546"/>
                  </a:lnTo>
                  <a:lnTo>
                    <a:pt x="330708" y="251650"/>
                  </a:lnTo>
                  <a:lnTo>
                    <a:pt x="325094" y="307492"/>
                  </a:lnTo>
                  <a:lnTo>
                    <a:pt x="308851" y="352729"/>
                  </a:lnTo>
                  <a:lnTo>
                    <a:pt x="282892" y="387540"/>
                  </a:lnTo>
                  <a:lnTo>
                    <a:pt x="248132" y="412089"/>
                  </a:lnTo>
                  <a:lnTo>
                    <a:pt x="205486" y="426542"/>
                  </a:lnTo>
                  <a:lnTo>
                    <a:pt x="155841" y="431076"/>
                  </a:lnTo>
                  <a:lnTo>
                    <a:pt x="145161" y="431038"/>
                  </a:lnTo>
                  <a:lnTo>
                    <a:pt x="134264" y="430784"/>
                  </a:lnTo>
                  <a:lnTo>
                    <a:pt x="124079" y="430098"/>
                  </a:lnTo>
                  <a:lnTo>
                    <a:pt x="115519" y="428764"/>
                  </a:lnTo>
                  <a:lnTo>
                    <a:pt x="115519" y="93497"/>
                  </a:lnTo>
                  <a:lnTo>
                    <a:pt x="124383" y="91821"/>
                  </a:lnTo>
                  <a:lnTo>
                    <a:pt x="136080" y="90347"/>
                  </a:lnTo>
                  <a:lnTo>
                    <a:pt x="150622" y="89319"/>
                  </a:lnTo>
                  <a:lnTo>
                    <a:pt x="168008" y="88925"/>
                  </a:lnTo>
                  <a:lnTo>
                    <a:pt x="214909" y="93319"/>
                  </a:lnTo>
                  <a:lnTo>
                    <a:pt x="254800" y="106616"/>
                  </a:lnTo>
                  <a:lnTo>
                    <a:pt x="286994" y="128943"/>
                  </a:lnTo>
                  <a:lnTo>
                    <a:pt x="310832" y="160464"/>
                  </a:lnTo>
                  <a:lnTo>
                    <a:pt x="325628" y="201320"/>
                  </a:lnTo>
                  <a:lnTo>
                    <a:pt x="330708" y="251650"/>
                  </a:lnTo>
                  <a:lnTo>
                    <a:pt x="330708" y="31546"/>
                  </a:lnTo>
                  <a:lnTo>
                    <a:pt x="326796" y="29171"/>
                  </a:lnTo>
                  <a:lnTo>
                    <a:pt x="279666" y="12636"/>
                  </a:lnTo>
                  <a:lnTo>
                    <a:pt x="223278" y="3073"/>
                  </a:lnTo>
                  <a:lnTo>
                    <a:pt x="155841" y="0"/>
                  </a:lnTo>
                  <a:lnTo>
                    <a:pt x="113093" y="711"/>
                  </a:lnTo>
                  <a:lnTo>
                    <a:pt x="72212" y="2857"/>
                  </a:lnTo>
                  <a:lnTo>
                    <a:pt x="34175" y="6413"/>
                  </a:lnTo>
                  <a:lnTo>
                    <a:pt x="0" y="11417"/>
                  </a:lnTo>
                  <a:lnTo>
                    <a:pt x="0" y="513930"/>
                  </a:lnTo>
                  <a:lnTo>
                    <a:pt x="23964" y="516724"/>
                  </a:lnTo>
                  <a:lnTo>
                    <a:pt x="53784" y="519150"/>
                  </a:lnTo>
                  <a:lnTo>
                    <a:pt x="89585" y="520877"/>
                  </a:lnTo>
                  <a:lnTo>
                    <a:pt x="131495" y="521525"/>
                  </a:lnTo>
                  <a:lnTo>
                    <a:pt x="189534" y="518960"/>
                  </a:lnTo>
                  <a:lnTo>
                    <a:pt x="242811" y="511162"/>
                  </a:lnTo>
                  <a:lnTo>
                    <a:pt x="290804" y="498043"/>
                  </a:lnTo>
                  <a:lnTo>
                    <a:pt x="332955" y="479501"/>
                  </a:lnTo>
                  <a:lnTo>
                    <a:pt x="368719" y="455409"/>
                  </a:lnTo>
                  <a:lnTo>
                    <a:pt x="396163" y="427177"/>
                  </a:lnTo>
                  <a:lnTo>
                    <a:pt x="419430" y="392518"/>
                  </a:lnTo>
                  <a:lnTo>
                    <a:pt x="437400" y="351231"/>
                  </a:lnTo>
                  <a:lnTo>
                    <a:pt x="448983" y="303085"/>
                  </a:lnTo>
                  <a:lnTo>
                    <a:pt x="453097" y="247865"/>
                  </a:lnTo>
                  <a:close/>
                </a:path>
                <a:path w="1618615" h="525145">
                  <a:moveTo>
                    <a:pt x="849947" y="516191"/>
                  </a:moveTo>
                  <a:lnTo>
                    <a:pt x="848817" y="491236"/>
                  </a:lnTo>
                  <a:lnTo>
                    <a:pt x="847839" y="463080"/>
                  </a:lnTo>
                  <a:lnTo>
                    <a:pt x="847140" y="431634"/>
                  </a:lnTo>
                  <a:lnTo>
                    <a:pt x="846874" y="396836"/>
                  </a:lnTo>
                  <a:lnTo>
                    <a:pt x="846874" y="144449"/>
                  </a:lnTo>
                  <a:lnTo>
                    <a:pt x="731316" y="144449"/>
                  </a:lnTo>
                  <a:lnTo>
                    <a:pt x="731316" y="365671"/>
                  </a:lnTo>
                  <a:lnTo>
                    <a:pt x="731037" y="372808"/>
                  </a:lnTo>
                  <a:lnTo>
                    <a:pt x="707301" y="417766"/>
                  </a:lnTo>
                  <a:lnTo>
                    <a:pt x="668985" y="431076"/>
                  </a:lnTo>
                  <a:lnTo>
                    <a:pt x="642531" y="425119"/>
                  </a:lnTo>
                  <a:lnTo>
                    <a:pt x="624332" y="407974"/>
                  </a:lnTo>
                  <a:lnTo>
                    <a:pt x="613841" y="380707"/>
                  </a:lnTo>
                  <a:lnTo>
                    <a:pt x="610463" y="344398"/>
                  </a:lnTo>
                  <a:lnTo>
                    <a:pt x="610463" y="144449"/>
                  </a:lnTo>
                  <a:lnTo>
                    <a:pt x="494906" y="144449"/>
                  </a:lnTo>
                  <a:lnTo>
                    <a:pt x="494906" y="362623"/>
                  </a:lnTo>
                  <a:lnTo>
                    <a:pt x="501205" y="423557"/>
                  </a:lnTo>
                  <a:lnTo>
                    <a:pt x="519036" y="469226"/>
                  </a:lnTo>
                  <a:lnTo>
                    <a:pt x="546785" y="500634"/>
                  </a:lnTo>
                  <a:lnTo>
                    <a:pt x="582866" y="518756"/>
                  </a:lnTo>
                  <a:lnTo>
                    <a:pt x="625652" y="524573"/>
                  </a:lnTo>
                  <a:lnTo>
                    <a:pt x="670026" y="518274"/>
                  </a:lnTo>
                  <a:lnTo>
                    <a:pt x="703491" y="502716"/>
                  </a:lnTo>
                  <a:lnTo>
                    <a:pt x="727113" y="482879"/>
                  </a:lnTo>
                  <a:lnTo>
                    <a:pt x="741972" y="463753"/>
                  </a:lnTo>
                  <a:lnTo>
                    <a:pt x="744245" y="463753"/>
                  </a:lnTo>
                  <a:lnTo>
                    <a:pt x="749592" y="516191"/>
                  </a:lnTo>
                  <a:lnTo>
                    <a:pt x="849947" y="516191"/>
                  </a:lnTo>
                  <a:close/>
                </a:path>
                <a:path w="1618615" h="525145">
                  <a:moveTo>
                    <a:pt x="1277759" y="326885"/>
                  </a:moveTo>
                  <a:lnTo>
                    <a:pt x="1273225" y="280898"/>
                  </a:lnTo>
                  <a:lnTo>
                    <a:pt x="1260055" y="239864"/>
                  </a:lnTo>
                  <a:lnTo>
                    <a:pt x="1247533" y="218948"/>
                  </a:lnTo>
                  <a:lnTo>
                    <a:pt x="1238923" y="204558"/>
                  </a:lnTo>
                  <a:lnTo>
                    <a:pt x="1210513" y="175742"/>
                  </a:lnTo>
                  <a:lnTo>
                    <a:pt x="1175537" y="154216"/>
                  </a:lnTo>
                  <a:lnTo>
                    <a:pt x="1157643" y="148323"/>
                  </a:lnTo>
                  <a:lnTo>
                    <a:pt x="1157643" y="329958"/>
                  </a:lnTo>
                  <a:lnTo>
                    <a:pt x="1152537" y="375627"/>
                  </a:lnTo>
                  <a:lnTo>
                    <a:pt x="1137881" y="410908"/>
                  </a:lnTo>
                  <a:lnTo>
                    <a:pt x="1114679" y="433641"/>
                  </a:lnTo>
                  <a:lnTo>
                    <a:pt x="1083906" y="441693"/>
                  </a:lnTo>
                  <a:lnTo>
                    <a:pt x="1083157" y="441693"/>
                  </a:lnTo>
                  <a:lnTo>
                    <a:pt x="1050861" y="433222"/>
                  </a:lnTo>
                  <a:lnTo>
                    <a:pt x="1027264" y="409867"/>
                  </a:lnTo>
                  <a:lnTo>
                    <a:pt x="1012799" y="374675"/>
                  </a:lnTo>
                  <a:lnTo>
                    <a:pt x="1007884" y="330708"/>
                  </a:lnTo>
                  <a:lnTo>
                    <a:pt x="1012063" y="289839"/>
                  </a:lnTo>
                  <a:lnTo>
                    <a:pt x="1025372" y="254025"/>
                  </a:lnTo>
                  <a:lnTo>
                    <a:pt x="1048931" y="228612"/>
                  </a:lnTo>
                  <a:lnTo>
                    <a:pt x="1083906" y="218948"/>
                  </a:lnTo>
                  <a:lnTo>
                    <a:pt x="1117574" y="228612"/>
                  </a:lnTo>
                  <a:lnTo>
                    <a:pt x="1140447" y="253936"/>
                  </a:lnTo>
                  <a:lnTo>
                    <a:pt x="1153502" y="289521"/>
                  </a:lnTo>
                  <a:lnTo>
                    <a:pt x="1157643" y="329958"/>
                  </a:lnTo>
                  <a:lnTo>
                    <a:pt x="1157643" y="148323"/>
                  </a:lnTo>
                  <a:lnTo>
                    <a:pt x="1134618" y="140728"/>
                  </a:lnTo>
                  <a:lnTo>
                    <a:pt x="1088466" y="136067"/>
                  </a:lnTo>
                  <a:lnTo>
                    <a:pt x="1039609" y="140665"/>
                  </a:lnTo>
                  <a:lnTo>
                    <a:pt x="996442" y="154089"/>
                  </a:lnTo>
                  <a:lnTo>
                    <a:pt x="959637" y="175755"/>
                  </a:lnTo>
                  <a:lnTo>
                    <a:pt x="929855" y="205041"/>
                  </a:lnTo>
                  <a:lnTo>
                    <a:pt x="907770" y="241401"/>
                  </a:lnTo>
                  <a:lnTo>
                    <a:pt x="894016" y="284226"/>
                  </a:lnTo>
                  <a:lnTo>
                    <a:pt x="889292" y="332955"/>
                  </a:lnTo>
                  <a:lnTo>
                    <a:pt x="894245" y="381393"/>
                  </a:lnTo>
                  <a:lnTo>
                    <a:pt x="908405" y="423481"/>
                  </a:lnTo>
                  <a:lnTo>
                    <a:pt x="930757" y="458812"/>
                  </a:lnTo>
                  <a:lnTo>
                    <a:pt x="960272" y="486994"/>
                  </a:lnTo>
                  <a:lnTo>
                    <a:pt x="995946" y="507606"/>
                  </a:lnTo>
                  <a:lnTo>
                    <a:pt x="1036726" y="520268"/>
                  </a:lnTo>
                  <a:lnTo>
                    <a:pt x="1081608" y="524573"/>
                  </a:lnTo>
                  <a:lnTo>
                    <a:pt x="1082382" y="524573"/>
                  </a:lnTo>
                  <a:lnTo>
                    <a:pt x="1124318" y="520725"/>
                  </a:lnTo>
                  <a:lnTo>
                    <a:pt x="1164336" y="509054"/>
                  </a:lnTo>
                  <a:lnTo>
                    <a:pt x="1200772" y="489381"/>
                  </a:lnTo>
                  <a:lnTo>
                    <a:pt x="1231976" y="461518"/>
                  </a:lnTo>
                  <a:lnTo>
                    <a:pt x="1245285" y="441693"/>
                  </a:lnTo>
                  <a:lnTo>
                    <a:pt x="1256322" y="425259"/>
                  </a:lnTo>
                  <a:lnTo>
                    <a:pt x="1272120" y="380453"/>
                  </a:lnTo>
                  <a:lnTo>
                    <a:pt x="1277759" y="326885"/>
                  </a:lnTo>
                  <a:close/>
                </a:path>
                <a:path w="1618615" h="525145">
                  <a:moveTo>
                    <a:pt x="1618411" y="150533"/>
                  </a:moveTo>
                  <a:lnTo>
                    <a:pt x="1598650" y="144424"/>
                  </a:lnTo>
                  <a:lnTo>
                    <a:pt x="1576603" y="139865"/>
                  </a:lnTo>
                  <a:lnTo>
                    <a:pt x="1553413" y="137033"/>
                  </a:lnTo>
                  <a:lnTo>
                    <a:pt x="1530223" y="136055"/>
                  </a:lnTo>
                  <a:lnTo>
                    <a:pt x="1474876" y="141300"/>
                  </a:lnTo>
                  <a:lnTo>
                    <a:pt x="1427530" y="156235"/>
                  </a:lnTo>
                  <a:lnTo>
                    <a:pt x="1388376" y="179628"/>
                  </a:lnTo>
                  <a:lnTo>
                    <a:pt x="1357591" y="210299"/>
                  </a:lnTo>
                  <a:lnTo>
                    <a:pt x="1335366" y="247015"/>
                  </a:lnTo>
                  <a:lnTo>
                    <a:pt x="1321904" y="288569"/>
                  </a:lnTo>
                  <a:lnTo>
                    <a:pt x="1317371" y="333743"/>
                  </a:lnTo>
                  <a:lnTo>
                    <a:pt x="1321968" y="381190"/>
                  </a:lnTo>
                  <a:lnTo>
                    <a:pt x="1335392" y="422783"/>
                  </a:lnTo>
                  <a:lnTo>
                    <a:pt x="1357045" y="458012"/>
                  </a:lnTo>
                  <a:lnTo>
                    <a:pt x="1386344" y="486346"/>
                  </a:lnTo>
                  <a:lnTo>
                    <a:pt x="1422704" y="507225"/>
                  </a:lnTo>
                  <a:lnTo>
                    <a:pt x="1465541" y="520153"/>
                  </a:lnTo>
                  <a:lnTo>
                    <a:pt x="1514259" y="524573"/>
                  </a:lnTo>
                  <a:lnTo>
                    <a:pt x="1546148" y="523240"/>
                  </a:lnTo>
                  <a:lnTo>
                    <a:pt x="1599057" y="514007"/>
                  </a:lnTo>
                  <a:lnTo>
                    <a:pt x="1603971" y="421932"/>
                  </a:lnTo>
                  <a:lnTo>
                    <a:pt x="1590116" y="427050"/>
                  </a:lnTo>
                  <a:lnTo>
                    <a:pt x="1574609" y="430872"/>
                  </a:lnTo>
                  <a:lnTo>
                    <a:pt x="1557248" y="433273"/>
                  </a:lnTo>
                  <a:lnTo>
                    <a:pt x="1537817" y="434098"/>
                  </a:lnTo>
                  <a:lnTo>
                    <a:pt x="1498168" y="427329"/>
                  </a:lnTo>
                  <a:lnTo>
                    <a:pt x="1465795" y="407301"/>
                  </a:lnTo>
                  <a:lnTo>
                    <a:pt x="1443951" y="374446"/>
                  </a:lnTo>
                  <a:lnTo>
                    <a:pt x="1435938" y="329196"/>
                  </a:lnTo>
                  <a:lnTo>
                    <a:pt x="1442631" y="287261"/>
                  </a:lnTo>
                  <a:lnTo>
                    <a:pt x="1462659" y="254304"/>
                  </a:lnTo>
                  <a:lnTo>
                    <a:pt x="1494218" y="232752"/>
                  </a:lnTo>
                  <a:lnTo>
                    <a:pt x="1535557" y="225031"/>
                  </a:lnTo>
                  <a:lnTo>
                    <a:pt x="1556562" y="225958"/>
                  </a:lnTo>
                  <a:lnTo>
                    <a:pt x="1574152" y="228447"/>
                  </a:lnTo>
                  <a:lnTo>
                    <a:pt x="1588592" y="232092"/>
                  </a:lnTo>
                  <a:lnTo>
                    <a:pt x="1600174" y="236435"/>
                  </a:lnTo>
                  <a:lnTo>
                    <a:pt x="1618411" y="150533"/>
                  </a:lnTo>
                  <a:close/>
                </a:path>
              </a:pathLst>
            </a:custGeom>
            <a:solidFill>
              <a:schemeClr val="tx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3">
              <a:extLst>
                <a:ext uri="{FF2B5EF4-FFF2-40B4-BE49-F238E27FC236}">
                  <a16:creationId xmlns:a16="http://schemas.microsoft.com/office/drawing/2014/main" id="{D52EE463-507D-0E89-A698-37B26D93221E}"/>
                </a:ext>
              </a:extLst>
            </p:cNvPr>
            <p:cNvSpPr/>
            <p:nvPr userDrawn="1"/>
          </p:nvSpPr>
          <p:spPr>
            <a:xfrm>
              <a:off x="10672317" y="5994129"/>
              <a:ext cx="388620" cy="482600"/>
            </a:xfrm>
            <a:custGeom>
              <a:avLst/>
              <a:gdLst/>
              <a:ahLst/>
              <a:cxnLst/>
              <a:rect l="l" t="t" r="r" b="b"/>
              <a:pathLst>
                <a:path w="388619" h="482600">
                  <a:moveTo>
                    <a:pt x="388176" y="0"/>
                  </a:moveTo>
                  <a:lnTo>
                    <a:pt x="281090" y="0"/>
                  </a:lnTo>
                  <a:lnTo>
                    <a:pt x="281090" y="273331"/>
                  </a:lnTo>
                  <a:lnTo>
                    <a:pt x="275370" y="327965"/>
                  </a:lnTo>
                  <a:lnTo>
                    <a:pt x="258558" y="366414"/>
                  </a:lnTo>
                  <a:lnTo>
                    <a:pt x="231178" y="389143"/>
                  </a:lnTo>
                  <a:lnTo>
                    <a:pt x="193753" y="396616"/>
                  </a:lnTo>
                  <a:lnTo>
                    <a:pt x="157139" y="388845"/>
                  </a:lnTo>
                  <a:lnTo>
                    <a:pt x="130175" y="365621"/>
                  </a:lnTo>
                  <a:lnTo>
                    <a:pt x="113516" y="327072"/>
                  </a:lnTo>
                  <a:lnTo>
                    <a:pt x="107818" y="273331"/>
                  </a:lnTo>
                  <a:lnTo>
                    <a:pt x="107818" y="0"/>
                  </a:lnTo>
                  <a:lnTo>
                    <a:pt x="0" y="0"/>
                  </a:lnTo>
                  <a:lnTo>
                    <a:pt x="0" y="264892"/>
                  </a:lnTo>
                  <a:lnTo>
                    <a:pt x="4253" y="324651"/>
                  </a:lnTo>
                  <a:lnTo>
                    <a:pt x="16765" y="374300"/>
                  </a:lnTo>
                  <a:lnTo>
                    <a:pt x="37165" y="414172"/>
                  </a:lnTo>
                  <a:lnTo>
                    <a:pt x="65082" y="444602"/>
                  </a:lnTo>
                  <a:lnTo>
                    <a:pt x="100145" y="465925"/>
                  </a:lnTo>
                  <a:lnTo>
                    <a:pt x="141983" y="478473"/>
                  </a:lnTo>
                  <a:lnTo>
                    <a:pt x="190224" y="482582"/>
                  </a:lnTo>
                  <a:lnTo>
                    <a:pt x="240229" y="478290"/>
                  </a:lnTo>
                  <a:lnTo>
                    <a:pt x="283689" y="465335"/>
                  </a:lnTo>
                  <a:lnTo>
                    <a:pt x="320188" y="443592"/>
                  </a:lnTo>
                  <a:lnTo>
                    <a:pt x="349304" y="412939"/>
                  </a:lnTo>
                  <a:lnTo>
                    <a:pt x="370620" y="373254"/>
                  </a:lnTo>
                  <a:lnTo>
                    <a:pt x="383717" y="324414"/>
                  </a:lnTo>
                  <a:lnTo>
                    <a:pt x="388176" y="266295"/>
                  </a:lnTo>
                  <a:lnTo>
                    <a:pt x="38817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grpSp>
          <p:nvGrpSpPr>
            <p:cNvPr id="16" name="object 4">
              <a:extLst>
                <a:ext uri="{FF2B5EF4-FFF2-40B4-BE49-F238E27FC236}">
                  <a16:creationId xmlns:a16="http://schemas.microsoft.com/office/drawing/2014/main" id="{6C83F359-2517-926A-B7D0-D64B0F83FC19}"/>
                </a:ext>
              </a:extLst>
            </p:cNvPr>
            <p:cNvGrpSpPr/>
            <p:nvPr userDrawn="1"/>
          </p:nvGrpSpPr>
          <p:grpSpPr>
            <a:xfrm>
              <a:off x="11114331" y="5879067"/>
              <a:ext cx="445770" cy="598170"/>
              <a:chOff x="18406074" y="10234089"/>
              <a:chExt cx="445770" cy="598170"/>
            </a:xfrm>
          </p:grpSpPr>
          <p:sp>
            <p:nvSpPr>
              <p:cNvPr id="18" name="object 5">
                <a:extLst>
                  <a:ext uri="{FF2B5EF4-FFF2-40B4-BE49-F238E27FC236}">
                    <a16:creationId xmlns:a16="http://schemas.microsoft.com/office/drawing/2014/main" id="{21FEE031-C875-38D1-5382-9E6E11778AA5}"/>
                  </a:ext>
                </a:extLst>
              </p:cNvPr>
              <p:cNvSpPr/>
              <p:nvPr/>
            </p:nvSpPr>
            <p:spPr>
              <a:xfrm>
                <a:off x="18406074" y="10341395"/>
                <a:ext cx="376555" cy="490855"/>
              </a:xfrm>
              <a:custGeom>
                <a:avLst/>
                <a:gdLst/>
                <a:ahLst/>
                <a:cxnLst/>
                <a:rect l="l" t="t" r="r" b="b"/>
                <a:pathLst>
                  <a:path w="376555" h="490854">
                    <a:moveTo>
                      <a:pt x="259248" y="0"/>
                    </a:moveTo>
                    <a:lnTo>
                      <a:pt x="212510" y="3315"/>
                    </a:lnTo>
                    <a:lnTo>
                      <a:pt x="168577" y="13160"/>
                    </a:lnTo>
                    <a:lnTo>
                      <a:pt x="128168" y="29385"/>
                    </a:lnTo>
                    <a:lnTo>
                      <a:pt x="92002" y="51838"/>
                    </a:lnTo>
                    <a:lnTo>
                      <a:pt x="60799" y="80367"/>
                    </a:lnTo>
                    <a:lnTo>
                      <a:pt x="35278" y="114822"/>
                    </a:lnTo>
                    <a:lnTo>
                      <a:pt x="16158" y="155053"/>
                    </a:lnTo>
                    <a:lnTo>
                      <a:pt x="4159" y="200906"/>
                    </a:lnTo>
                    <a:lnTo>
                      <a:pt x="0" y="252233"/>
                    </a:lnTo>
                    <a:lnTo>
                      <a:pt x="3124" y="296015"/>
                    </a:lnTo>
                    <a:lnTo>
                      <a:pt x="12470" y="336820"/>
                    </a:lnTo>
                    <a:lnTo>
                      <a:pt x="27997" y="374067"/>
                    </a:lnTo>
                    <a:lnTo>
                      <a:pt x="49665" y="407177"/>
                    </a:lnTo>
                    <a:lnTo>
                      <a:pt x="77432" y="435568"/>
                    </a:lnTo>
                    <a:lnTo>
                      <a:pt x="111258" y="458660"/>
                    </a:lnTo>
                    <a:lnTo>
                      <a:pt x="151102" y="475874"/>
                    </a:lnTo>
                    <a:lnTo>
                      <a:pt x="196924" y="486627"/>
                    </a:lnTo>
                    <a:lnTo>
                      <a:pt x="248683" y="490341"/>
                    </a:lnTo>
                    <a:lnTo>
                      <a:pt x="289323" y="488424"/>
                    </a:lnTo>
                    <a:lnTo>
                      <a:pt x="323888" y="483469"/>
                    </a:lnTo>
                    <a:lnTo>
                      <a:pt x="351317" y="476664"/>
                    </a:lnTo>
                    <a:lnTo>
                      <a:pt x="370554" y="469200"/>
                    </a:lnTo>
                    <a:lnTo>
                      <a:pt x="354355" y="385380"/>
                    </a:lnTo>
                    <a:lnTo>
                      <a:pt x="336022" y="391357"/>
                    </a:lnTo>
                    <a:lnTo>
                      <a:pt x="313851" y="396278"/>
                    </a:lnTo>
                    <a:lnTo>
                      <a:pt x="289564" y="399616"/>
                    </a:lnTo>
                    <a:lnTo>
                      <a:pt x="264881" y="400846"/>
                    </a:lnTo>
                    <a:lnTo>
                      <a:pt x="212272" y="393858"/>
                    </a:lnTo>
                    <a:lnTo>
                      <a:pt x="169943" y="373685"/>
                    </a:lnTo>
                    <a:lnTo>
                      <a:pt x="138704" y="341508"/>
                    </a:lnTo>
                    <a:lnTo>
                      <a:pt x="119366" y="298511"/>
                    </a:lnTo>
                    <a:lnTo>
                      <a:pt x="112740" y="245877"/>
                    </a:lnTo>
                    <a:lnTo>
                      <a:pt x="120306" y="188964"/>
                    </a:lnTo>
                    <a:lnTo>
                      <a:pt x="141498" y="144930"/>
                    </a:lnTo>
                    <a:lnTo>
                      <a:pt x="174052" y="113642"/>
                    </a:lnTo>
                    <a:lnTo>
                      <a:pt x="215707" y="94967"/>
                    </a:lnTo>
                    <a:lnTo>
                      <a:pt x="264201" y="88772"/>
                    </a:lnTo>
                    <a:lnTo>
                      <a:pt x="291260" y="90238"/>
                    </a:lnTo>
                    <a:lnTo>
                      <a:pt x="315349" y="94150"/>
                    </a:lnTo>
                    <a:lnTo>
                      <a:pt x="336402" y="99775"/>
                    </a:lnTo>
                    <a:lnTo>
                      <a:pt x="354355" y="106384"/>
                    </a:lnTo>
                    <a:lnTo>
                      <a:pt x="376208" y="21161"/>
                    </a:lnTo>
                    <a:lnTo>
                      <a:pt x="357739" y="13689"/>
                    </a:lnTo>
                    <a:lnTo>
                      <a:pt x="331471" y="6878"/>
                    </a:lnTo>
                    <a:lnTo>
                      <a:pt x="298332" y="1917"/>
                    </a:lnTo>
                    <a:lnTo>
                      <a:pt x="259248" y="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pic>
            <p:nvPicPr>
              <p:cNvPr id="19" name="object 6">
                <a:extLst>
                  <a:ext uri="{FF2B5EF4-FFF2-40B4-BE49-F238E27FC236}">
                    <a16:creationId xmlns:a16="http://schemas.microsoft.com/office/drawing/2014/main" id="{08F0296E-9087-FDE0-9CBF-6E89FE8D4121}"/>
                  </a:ext>
                </a:extLst>
              </p:cNvPr>
              <p:cNvPicPr/>
              <p:nvPr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tretch>
                <a:fillRect/>
              </a:stretch>
            </p:blipFill>
            <p:spPr>
              <a:xfrm>
                <a:off x="18739823" y="10234089"/>
                <a:ext cx="111954" cy="111944"/>
              </a:xfrm>
              <a:prstGeom prst="rect">
                <a:avLst/>
              </a:prstGeom>
            </p:spPr>
          </p:pic>
        </p:grpSp>
      </p:grpSp>
      <p:pic>
        <p:nvPicPr>
          <p:cNvPr id="9" name="Imagen 8">
            <a:extLst>
              <a:ext uri="{FF2B5EF4-FFF2-40B4-BE49-F238E27FC236}">
                <a16:creationId xmlns:a16="http://schemas.microsoft.com/office/drawing/2014/main" id="{533ECC16-DB92-D7AB-25D1-63F1F6931CD4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517592" y="2244940"/>
            <a:ext cx="119084" cy="4227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26037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PA 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>
            <a:extLst>
              <a:ext uri="{FF2B5EF4-FFF2-40B4-BE49-F238E27FC236}">
                <a16:creationId xmlns:a16="http://schemas.microsoft.com/office/drawing/2014/main" id="{95D537A3-771A-B373-471B-2113C671CFBB}"/>
              </a:ext>
            </a:extLst>
          </p:cNvPr>
          <p:cNvSpPr/>
          <p:nvPr userDrawn="1"/>
        </p:nvSpPr>
        <p:spPr>
          <a:xfrm>
            <a:off x="0" y="1"/>
            <a:ext cx="12192000" cy="685800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grpSp>
        <p:nvGrpSpPr>
          <p:cNvPr id="2" name="Grupo 1">
            <a:extLst>
              <a:ext uri="{FF2B5EF4-FFF2-40B4-BE49-F238E27FC236}">
                <a16:creationId xmlns:a16="http://schemas.microsoft.com/office/drawing/2014/main" id="{9F91E6D1-21AD-8149-634F-39874CDDB05F}"/>
              </a:ext>
            </a:extLst>
          </p:cNvPr>
          <p:cNvGrpSpPr/>
          <p:nvPr userDrawn="1"/>
        </p:nvGrpSpPr>
        <p:grpSpPr>
          <a:xfrm>
            <a:off x="2569595" y="5445627"/>
            <a:ext cx="7052811" cy="563479"/>
            <a:chOff x="1569453" y="5445627"/>
            <a:chExt cx="7052811" cy="563479"/>
          </a:xfrm>
        </p:grpSpPr>
        <p:pic>
          <p:nvPicPr>
            <p:cNvPr id="3" name="Imagen 2">
              <a:extLst>
                <a:ext uri="{FF2B5EF4-FFF2-40B4-BE49-F238E27FC236}">
                  <a16:creationId xmlns:a16="http://schemas.microsoft.com/office/drawing/2014/main" id="{5C7F6159-27FC-D37D-6948-67F8EE366AC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/>
            <a:stretch>
              <a:fillRect/>
            </a:stretch>
          </p:blipFill>
          <p:spPr>
            <a:xfrm>
              <a:off x="3569736" y="5445627"/>
              <a:ext cx="5052528" cy="563479"/>
            </a:xfrm>
            <a:prstGeom prst="rect">
              <a:avLst/>
            </a:prstGeom>
          </p:spPr>
        </p:pic>
        <p:pic>
          <p:nvPicPr>
            <p:cNvPr id="4" name="Imagen 3">
              <a:extLst>
                <a:ext uri="{FF2B5EF4-FFF2-40B4-BE49-F238E27FC236}">
                  <a16:creationId xmlns:a16="http://schemas.microsoft.com/office/drawing/2014/main" id="{3051E8F7-021B-497B-A676-8142240D8E8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/>
            <a:stretch>
              <a:fillRect/>
            </a:stretch>
          </p:blipFill>
          <p:spPr>
            <a:xfrm>
              <a:off x="1569453" y="5505450"/>
              <a:ext cx="1331493" cy="443831"/>
            </a:xfrm>
            <a:prstGeom prst="rect">
              <a:avLst/>
            </a:prstGeom>
          </p:spPr>
        </p:pic>
      </p:grpSp>
      <p:pic>
        <p:nvPicPr>
          <p:cNvPr id="5" name="Imagen 4">
            <a:extLst>
              <a:ext uri="{FF2B5EF4-FFF2-40B4-BE49-F238E27FC236}">
                <a16:creationId xmlns:a16="http://schemas.microsoft.com/office/drawing/2014/main" id="{BA44E097-D359-D78B-4054-E34A9D1A9706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4097179" y="2291644"/>
            <a:ext cx="3997641" cy="1296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13902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AF68666B-80B7-5FA5-FC9F-2F928A26B010}"/>
              </a:ext>
            </a:extLst>
          </p:cNvPr>
          <p:cNvSpPr/>
          <p:nvPr userDrawn="1"/>
        </p:nvSpPr>
        <p:spPr>
          <a:xfrm>
            <a:off x="6096000" y="0"/>
            <a:ext cx="3657600" cy="6858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C9E92B-FE67-1F3D-DCA0-195195A4A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2404343"/>
            <a:ext cx="5181600" cy="1325563"/>
          </a:xfrm>
        </p:spPr>
        <p:txBody>
          <a:bodyPr>
            <a:noAutofit/>
          </a:bodyPr>
          <a:lstStyle>
            <a:lvl1pPr>
              <a:defRPr sz="4800"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BA87BAAC-9384-2363-2089-821720F16DD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239000" y="1485900"/>
            <a:ext cx="3657600" cy="4457700"/>
          </a:xfrm>
        </p:spPr>
        <p:txBody>
          <a:bodyPr/>
          <a:lstStyle/>
          <a:p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CA0C2D1-06AD-3620-044D-2EAE71AC87AC}"/>
              </a:ext>
            </a:extLst>
          </p:cNvPr>
          <p:cNvCxnSpPr/>
          <p:nvPr userDrawn="1"/>
        </p:nvCxnSpPr>
        <p:spPr>
          <a:xfrm>
            <a:off x="1638300" y="571500"/>
            <a:ext cx="4267200" cy="0"/>
          </a:xfrm>
          <a:prstGeom prst="line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0C99D5D-5452-4897-02A9-A1B32F0BE968}"/>
              </a:ext>
            </a:extLst>
          </p:cNvPr>
          <p:cNvCxnSpPr/>
          <p:nvPr userDrawn="1"/>
        </p:nvCxnSpPr>
        <p:spPr>
          <a:xfrm>
            <a:off x="10096500" y="571500"/>
            <a:ext cx="1259359" cy="0"/>
          </a:xfrm>
          <a:prstGeom prst="line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FB318F3-41C4-0F1C-1CBD-D5A32280E575}"/>
              </a:ext>
            </a:extLst>
          </p:cNvPr>
          <p:cNvCxnSpPr>
            <a:cxnSpLocks/>
          </p:cNvCxnSpPr>
          <p:nvPr userDrawn="1"/>
        </p:nvCxnSpPr>
        <p:spPr>
          <a:xfrm>
            <a:off x="914400" y="571500"/>
            <a:ext cx="304800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C43CC35-4750-6912-E49F-E917DF9AB637}"/>
              </a:ext>
            </a:extLst>
          </p:cNvPr>
          <p:cNvCxnSpPr>
            <a:cxnSpLocks/>
          </p:cNvCxnSpPr>
          <p:nvPr userDrawn="1"/>
        </p:nvCxnSpPr>
        <p:spPr>
          <a:xfrm>
            <a:off x="914400" y="658586"/>
            <a:ext cx="304800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003331A5-D35A-E699-E3EA-6035EB0DCD1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066800" y="5185232"/>
            <a:ext cx="2971800" cy="365126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18" name="Text Placeholder 16">
            <a:extLst>
              <a:ext uri="{FF2B5EF4-FFF2-40B4-BE49-F238E27FC236}">
                <a16:creationId xmlns:a16="http://schemas.microsoft.com/office/drawing/2014/main" id="{442CA476-8654-0542-5C0B-4F439516AF3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066800" y="5588228"/>
            <a:ext cx="2971800" cy="365126"/>
          </a:xfrm>
        </p:spPr>
        <p:txBody>
          <a:bodyPr>
            <a:noAutofit/>
          </a:bodyPr>
          <a:lstStyle>
            <a:lvl1pPr marL="0" indent="0">
              <a:buNone/>
              <a:defRPr sz="20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41727603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36">
          <p15:clr>
            <a:srgbClr val="FBAE40"/>
          </p15:clr>
        </p15:guide>
        <p15:guide id="2" pos="576">
          <p15:clr>
            <a:srgbClr val="FBAE40"/>
          </p15:clr>
        </p15:guide>
        <p15:guide id="3" orient="horz" pos="3744">
          <p15:clr>
            <a:srgbClr val="FBAE40"/>
          </p15:clr>
        </p15:guide>
        <p15:guide id="4" pos="6864">
          <p15:clr>
            <a:srgbClr val="FBAE40"/>
          </p15:clr>
        </p15:guide>
        <p15:guide id="5" pos="4560">
          <p15:clr>
            <a:srgbClr val="FBAE40"/>
          </p15:clr>
        </p15:guide>
        <p15:guide id="6" orient="horz" pos="1512">
          <p15:clr>
            <a:srgbClr val="FBAE40"/>
          </p15:clr>
        </p15:guide>
        <p15:guide id="7" orient="horz" pos="360">
          <p15:clr>
            <a:srgbClr val="FBAE40"/>
          </p15:clr>
        </p15:guide>
        <p15:guide id="8" pos="672">
          <p15:clr>
            <a:srgbClr val="FBAE40"/>
          </p15:clr>
        </p15:guide>
        <p15:guide id="9" pos="3720">
          <p15:clr>
            <a:srgbClr val="FBAE40"/>
          </p15:clr>
        </p15:guide>
        <p15:guide id="10" pos="6360">
          <p15:clr>
            <a:srgbClr val="FBAE40"/>
          </p15:clr>
        </p15:guide>
        <p15:guide id="11" pos="7152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6B735EAF-8052-DDCD-6CEC-D825479BEFD3}"/>
              </a:ext>
            </a:extLst>
          </p:cNvPr>
          <p:cNvSpPr/>
          <p:nvPr userDrawn="1"/>
        </p:nvSpPr>
        <p:spPr>
          <a:xfrm>
            <a:off x="6096000" y="0"/>
            <a:ext cx="3657600" cy="6858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C9E92B-FE67-1F3D-DCA0-195195A4A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99428" y="796698"/>
            <a:ext cx="6854371" cy="1325563"/>
          </a:xfrm>
        </p:spPr>
        <p:txBody>
          <a:bodyPr anchor="t">
            <a:noAutofit/>
          </a:bodyPr>
          <a:lstStyle>
            <a:lvl1pPr>
              <a:defRPr sz="4800"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FB318F3-41C4-0F1C-1CBD-D5A32280E575}"/>
              </a:ext>
            </a:extLst>
          </p:cNvPr>
          <p:cNvCxnSpPr>
            <a:cxnSpLocks/>
          </p:cNvCxnSpPr>
          <p:nvPr userDrawn="1"/>
        </p:nvCxnSpPr>
        <p:spPr>
          <a:xfrm>
            <a:off x="11353800" y="566057"/>
            <a:ext cx="304800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C43CC35-4750-6912-E49F-E917DF9AB637}"/>
              </a:ext>
            </a:extLst>
          </p:cNvPr>
          <p:cNvCxnSpPr>
            <a:cxnSpLocks/>
          </p:cNvCxnSpPr>
          <p:nvPr userDrawn="1"/>
        </p:nvCxnSpPr>
        <p:spPr>
          <a:xfrm>
            <a:off x="11353800" y="653143"/>
            <a:ext cx="304800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DCB9F921-8097-7740-47FD-1905F9FE448C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0" y="0"/>
            <a:ext cx="4354513" cy="685800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DEBCBD63-480F-D96C-B0DF-94EF264BA08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280716" y="2676257"/>
            <a:ext cx="2917371" cy="743178"/>
          </a:xfrm>
        </p:spPr>
        <p:txBody>
          <a:bodyPr anchor="b" anchorCtr="0">
            <a:noAutofit/>
          </a:bodyPr>
          <a:lstStyle>
            <a:lvl1pPr marL="0" indent="0">
              <a:buNone/>
              <a:defRPr sz="2200" b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23F1D198-945D-C96D-60E9-C0AEC5E296E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280717" y="3890460"/>
            <a:ext cx="2917371" cy="2057400"/>
          </a:xfrm>
        </p:spPr>
        <p:txBody>
          <a:bodyPr anchor="t">
            <a:noAutofit/>
          </a:bodyPr>
          <a:lstStyle>
            <a:lvl1pPr marL="0" indent="0">
              <a:buNone/>
              <a:defRPr sz="1600" b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3" name="Text Placeholder 7">
            <a:extLst>
              <a:ext uri="{FF2B5EF4-FFF2-40B4-BE49-F238E27FC236}">
                <a16:creationId xmlns:a16="http://schemas.microsoft.com/office/drawing/2014/main" id="{BDCD9B2A-F0BB-F9DB-CC75-2EC1683475F8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4495800" y="3890460"/>
            <a:ext cx="2917371" cy="2057400"/>
          </a:xfrm>
        </p:spPr>
        <p:txBody>
          <a:bodyPr anchor="t">
            <a:noAutofit/>
          </a:bodyPr>
          <a:lstStyle>
            <a:lvl1pPr marL="0" indent="0">
              <a:buNone/>
              <a:defRPr sz="1600" b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7" name="Text Placeholder 12">
            <a:extLst>
              <a:ext uri="{FF2B5EF4-FFF2-40B4-BE49-F238E27FC236}">
                <a16:creationId xmlns:a16="http://schemas.microsoft.com/office/drawing/2014/main" id="{68651C4C-4AD1-19DA-CC78-BEC58707B5A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902700" y="6573838"/>
            <a:ext cx="2870200" cy="284162"/>
          </a:xfrm>
        </p:spPr>
        <p:txBody>
          <a:bodyPr>
            <a:noAutofit/>
          </a:bodyPr>
          <a:lstStyle>
            <a:lvl1pPr marL="0" indent="0" algn="r"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Text Placeholder 7">
            <a:extLst>
              <a:ext uri="{FF2B5EF4-FFF2-40B4-BE49-F238E27FC236}">
                <a16:creationId xmlns:a16="http://schemas.microsoft.com/office/drawing/2014/main" id="{12271BA1-38C2-A7FE-AC76-8EC49BFBBE35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4495800" y="2676257"/>
            <a:ext cx="2917371" cy="743178"/>
          </a:xfrm>
        </p:spPr>
        <p:txBody>
          <a:bodyPr anchor="b" anchorCtr="0">
            <a:noAutofit/>
          </a:bodyPr>
          <a:lstStyle>
            <a:lvl1pPr marL="0" indent="0">
              <a:buNone/>
              <a:defRPr sz="2200" b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6307856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0">
          <p15:clr>
            <a:srgbClr val="FBAE40"/>
          </p15:clr>
        </p15:guide>
        <p15:guide id="2" pos="2832">
          <p15:clr>
            <a:srgbClr val="FBAE40"/>
          </p15:clr>
        </p15:guide>
        <p15:guide id="3" orient="horz" pos="3744">
          <p15:clr>
            <a:srgbClr val="FBAE40"/>
          </p15:clr>
        </p15:guide>
        <p15:guide id="4" pos="6864">
          <p15:clr>
            <a:srgbClr val="FBAE40"/>
          </p15:clr>
        </p15:guide>
        <p15:guide id="5" pos="4560">
          <p15:clr>
            <a:srgbClr val="FBAE40"/>
          </p15:clr>
        </p15:guide>
        <p15:guide id="6" orient="horz" pos="1704">
          <p15:clr>
            <a:srgbClr val="FBAE40"/>
          </p15:clr>
        </p15:guide>
        <p15:guide id="7" orient="horz" pos="360">
          <p15:clr>
            <a:srgbClr val="FBAE40"/>
          </p15:clr>
        </p15:guide>
        <p15:guide id="9" pos="3720">
          <p15:clr>
            <a:srgbClr val="FBAE40"/>
          </p15:clr>
        </p15:guide>
        <p15:guide id="10" pos="6360">
          <p15:clr>
            <a:srgbClr val="FBAE40"/>
          </p15:clr>
        </p15:guide>
        <p15:guide id="11" pos="7152">
          <p15:clr>
            <a:srgbClr val="FBAE40"/>
          </p15:clr>
        </p15:guide>
        <p15:guide id="12" pos="2952">
          <p15:clr>
            <a:srgbClr val="FBAE40"/>
          </p15:clr>
        </p15:guide>
        <p15:guide id="13" pos="7056">
          <p15:clr>
            <a:srgbClr val="FBAE40"/>
          </p15:clr>
        </p15:guide>
        <p15:guide id="14" orient="horz" pos="2448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1E7C7D43-1CC3-3332-AEFC-59ABB023F7AC}"/>
              </a:ext>
            </a:extLst>
          </p:cNvPr>
          <p:cNvSpPr/>
          <p:nvPr userDrawn="1"/>
        </p:nvSpPr>
        <p:spPr>
          <a:xfrm>
            <a:off x="6096000" y="0"/>
            <a:ext cx="3657600" cy="6858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C9E92B-FE67-1F3D-DCA0-195195A4A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96698"/>
            <a:ext cx="10439400" cy="1325563"/>
          </a:xfrm>
        </p:spPr>
        <p:txBody>
          <a:bodyPr anchor="t">
            <a:noAutofit/>
          </a:bodyPr>
          <a:lstStyle>
            <a:lvl1pPr>
              <a:defRPr sz="4800"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FB318F3-41C4-0F1C-1CBD-D5A32280E575}"/>
              </a:ext>
            </a:extLst>
          </p:cNvPr>
          <p:cNvCxnSpPr>
            <a:cxnSpLocks/>
          </p:cNvCxnSpPr>
          <p:nvPr userDrawn="1"/>
        </p:nvCxnSpPr>
        <p:spPr>
          <a:xfrm>
            <a:off x="11353800" y="566057"/>
            <a:ext cx="304800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C43CC35-4750-6912-E49F-E917DF9AB637}"/>
              </a:ext>
            </a:extLst>
          </p:cNvPr>
          <p:cNvCxnSpPr>
            <a:cxnSpLocks/>
          </p:cNvCxnSpPr>
          <p:nvPr userDrawn="1"/>
        </p:nvCxnSpPr>
        <p:spPr>
          <a:xfrm>
            <a:off x="11353800" y="653143"/>
            <a:ext cx="304800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F06E8DC-A0CF-0798-ADF8-761E7E68BAC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70214" y="2685822"/>
            <a:ext cx="2917371" cy="743178"/>
          </a:xfrm>
        </p:spPr>
        <p:txBody>
          <a:bodyPr anchor="b">
            <a:noAutofit/>
          </a:bodyPr>
          <a:lstStyle>
            <a:lvl1pPr marL="0" indent="0">
              <a:buNone/>
              <a:defRPr sz="2200" b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FCFA915D-63BE-A1E7-E7C6-A8B7F841C27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75413" y="2685822"/>
            <a:ext cx="2917371" cy="743178"/>
          </a:xfrm>
        </p:spPr>
        <p:txBody>
          <a:bodyPr anchor="b">
            <a:noAutofit/>
          </a:bodyPr>
          <a:lstStyle>
            <a:lvl1pPr marL="0" indent="0">
              <a:buNone/>
              <a:defRPr sz="2200" b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2D2F8532-EAC1-4C87-C49E-5B099E83972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284028" y="2685822"/>
            <a:ext cx="2917371" cy="743178"/>
          </a:xfrm>
        </p:spPr>
        <p:txBody>
          <a:bodyPr anchor="b">
            <a:noAutofit/>
          </a:bodyPr>
          <a:lstStyle>
            <a:lvl1pPr marL="0" indent="0">
              <a:buNone/>
              <a:defRPr sz="2200" b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267078C8-F910-8FC3-7286-ADF1FB40862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066800" y="3886200"/>
            <a:ext cx="2917371" cy="2057400"/>
          </a:xfrm>
        </p:spPr>
        <p:txBody>
          <a:bodyPr anchor="t">
            <a:noAutofit/>
          </a:bodyPr>
          <a:lstStyle>
            <a:lvl1pPr marL="0" indent="0">
              <a:buNone/>
              <a:defRPr sz="1600" b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2A8B99F6-09B0-9487-3A2A-0062188384B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675414" y="3886200"/>
            <a:ext cx="2917371" cy="2057400"/>
          </a:xfrm>
        </p:spPr>
        <p:txBody>
          <a:bodyPr anchor="t">
            <a:noAutofit/>
          </a:bodyPr>
          <a:lstStyle>
            <a:lvl1pPr marL="0" indent="0">
              <a:buNone/>
              <a:defRPr sz="1600" b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E2F86FE2-AC0C-C76C-B2BD-9A02FA2E020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284027" y="3886200"/>
            <a:ext cx="2917371" cy="2057400"/>
          </a:xfrm>
        </p:spPr>
        <p:txBody>
          <a:bodyPr anchor="t">
            <a:noAutofit/>
          </a:bodyPr>
          <a:lstStyle>
            <a:lvl1pPr marL="0" indent="0">
              <a:buNone/>
              <a:defRPr sz="1600" b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8480485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0">
          <p15:clr>
            <a:srgbClr val="FBAE40"/>
          </p15:clr>
        </p15:guide>
        <p15:guide id="2" pos="576">
          <p15:clr>
            <a:srgbClr val="FBAE40"/>
          </p15:clr>
        </p15:guide>
        <p15:guide id="3" orient="horz" pos="3744">
          <p15:clr>
            <a:srgbClr val="FBAE40"/>
          </p15:clr>
        </p15:guide>
        <p15:guide id="4" pos="6864">
          <p15:clr>
            <a:srgbClr val="FBAE40"/>
          </p15:clr>
        </p15:guide>
        <p15:guide id="5" pos="4560">
          <p15:clr>
            <a:srgbClr val="FBAE40"/>
          </p15:clr>
        </p15:guide>
        <p15:guide id="6" orient="horz" pos="1512">
          <p15:clr>
            <a:srgbClr val="FBAE40"/>
          </p15:clr>
        </p15:guide>
        <p15:guide id="7" orient="horz" pos="360">
          <p15:clr>
            <a:srgbClr val="FBAE40"/>
          </p15:clr>
        </p15:guide>
        <p15:guide id="8" pos="1032">
          <p15:clr>
            <a:srgbClr val="FBAE40"/>
          </p15:clr>
        </p15:guide>
        <p15:guide id="9" pos="3720">
          <p15:clr>
            <a:srgbClr val="FBAE40"/>
          </p15:clr>
        </p15:guide>
        <p15:guide id="10" pos="6360">
          <p15:clr>
            <a:srgbClr val="FBAE40"/>
          </p15:clr>
        </p15:guide>
        <p15:guide id="11" pos="7152">
          <p15:clr>
            <a:srgbClr val="FBAE40"/>
          </p15:clr>
        </p15:guide>
        <p15:guide id="12" pos="672">
          <p15:clr>
            <a:srgbClr val="FBAE40"/>
          </p15:clr>
        </p15:guide>
        <p15:guide id="13" pos="7056">
          <p15:clr>
            <a:srgbClr val="FBAE40"/>
          </p15:clr>
        </p15:guide>
        <p15:guide id="14" orient="horz" pos="2448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9E92B-FE67-1F3D-DCA0-195195A4A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96698"/>
            <a:ext cx="6678385" cy="1325563"/>
          </a:xfrm>
        </p:spPr>
        <p:txBody>
          <a:bodyPr anchor="t">
            <a:noAutofit/>
          </a:bodyPr>
          <a:lstStyle>
            <a:lvl1pPr>
              <a:defRPr sz="4800"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FB318F3-41C4-0F1C-1CBD-D5A32280E575}"/>
              </a:ext>
            </a:extLst>
          </p:cNvPr>
          <p:cNvCxnSpPr>
            <a:cxnSpLocks/>
          </p:cNvCxnSpPr>
          <p:nvPr userDrawn="1"/>
        </p:nvCxnSpPr>
        <p:spPr>
          <a:xfrm>
            <a:off x="609600" y="584664"/>
            <a:ext cx="304800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C43CC35-4750-6912-E49F-E917DF9AB637}"/>
              </a:ext>
            </a:extLst>
          </p:cNvPr>
          <p:cNvCxnSpPr>
            <a:cxnSpLocks/>
          </p:cNvCxnSpPr>
          <p:nvPr userDrawn="1"/>
        </p:nvCxnSpPr>
        <p:spPr>
          <a:xfrm>
            <a:off x="609600" y="671750"/>
            <a:ext cx="304800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F06E8DC-A0CF-0798-ADF8-761E7E68BAC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6799" y="2674936"/>
            <a:ext cx="2917371" cy="743178"/>
          </a:xfrm>
        </p:spPr>
        <p:txBody>
          <a:bodyPr anchor="b">
            <a:noAutofit/>
          </a:bodyPr>
          <a:lstStyle>
            <a:lvl1pPr marL="0" indent="0">
              <a:buNone/>
              <a:defRPr sz="2200" b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FCFA915D-63BE-A1E7-E7C6-A8B7F841C27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75413" y="2674936"/>
            <a:ext cx="2917371" cy="743178"/>
          </a:xfrm>
        </p:spPr>
        <p:txBody>
          <a:bodyPr anchor="b">
            <a:noAutofit/>
          </a:bodyPr>
          <a:lstStyle>
            <a:lvl1pPr marL="0" indent="0">
              <a:buNone/>
              <a:defRPr sz="2200" b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267078C8-F910-8FC3-7286-ADF1FB40862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066800" y="3886200"/>
            <a:ext cx="2917371" cy="2057400"/>
          </a:xfrm>
        </p:spPr>
        <p:txBody>
          <a:bodyPr anchor="t">
            <a:noAutofit/>
          </a:bodyPr>
          <a:lstStyle>
            <a:lvl1pPr marL="0" indent="0">
              <a:buNone/>
              <a:defRPr sz="1600" b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2A8B99F6-09B0-9487-3A2A-0062188384B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675414" y="3886200"/>
            <a:ext cx="2917371" cy="2057400"/>
          </a:xfrm>
        </p:spPr>
        <p:txBody>
          <a:bodyPr anchor="t">
            <a:noAutofit/>
          </a:bodyPr>
          <a:lstStyle>
            <a:lvl1pPr marL="0" indent="0">
              <a:buNone/>
              <a:defRPr sz="1600" b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39F175D2-EEFE-E4BF-0E57-03025B8F8D64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7696200" y="1"/>
            <a:ext cx="4495800" cy="6858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273C4E42-511B-EB94-CA0A-051B1A4A918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95300" y="6573838"/>
            <a:ext cx="2870200" cy="284162"/>
          </a:xfrm>
        </p:spPr>
        <p:txBody>
          <a:bodyPr>
            <a:noAutofit/>
          </a:bodyPr>
          <a:lstStyle>
            <a:lvl1pPr marL="0" indent="0" algn="l"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4538990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0">
          <p15:clr>
            <a:srgbClr val="FBAE40"/>
          </p15:clr>
        </p15:guide>
        <p15:guide id="2" pos="576">
          <p15:clr>
            <a:srgbClr val="FBAE40"/>
          </p15:clr>
        </p15:guide>
        <p15:guide id="3" orient="horz" pos="3744">
          <p15:clr>
            <a:srgbClr val="FBAE40"/>
          </p15:clr>
        </p15:guide>
        <p15:guide id="7" orient="horz" pos="360">
          <p15:clr>
            <a:srgbClr val="FBAE40"/>
          </p15:clr>
        </p15:guide>
        <p15:guide id="8" pos="1032">
          <p15:clr>
            <a:srgbClr val="FBAE40"/>
          </p15:clr>
        </p15:guide>
        <p15:guide id="9" pos="4848">
          <p15:clr>
            <a:srgbClr val="FBAE40"/>
          </p15:clr>
        </p15:guide>
        <p15:guide id="11" pos="7152">
          <p15:clr>
            <a:srgbClr val="FBAE40"/>
          </p15:clr>
        </p15:guide>
        <p15:guide id="12" pos="672">
          <p15:clr>
            <a:srgbClr val="FBAE40"/>
          </p15:clr>
        </p15:guide>
        <p15:guide id="13" pos="7056">
          <p15:clr>
            <a:srgbClr val="FBAE40"/>
          </p15:clr>
        </p15:guide>
        <p15:guide id="14" orient="horz" pos="2448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E70AFB9-F87E-11AC-2B32-B5178FE34E78}"/>
              </a:ext>
            </a:extLst>
          </p:cNvPr>
          <p:cNvSpPr/>
          <p:nvPr userDrawn="1"/>
        </p:nvSpPr>
        <p:spPr>
          <a:xfrm>
            <a:off x="6096000" y="1"/>
            <a:ext cx="6096000" cy="6858000"/>
          </a:xfrm>
          <a:prstGeom prst="rect">
            <a:avLst/>
          </a:prstGeom>
          <a:solidFill>
            <a:srgbClr val="F1F4F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C9E92B-FE67-1F3D-DCA0-195195A4A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96698"/>
            <a:ext cx="10439400" cy="1325563"/>
          </a:xfrm>
        </p:spPr>
        <p:txBody>
          <a:bodyPr anchor="t">
            <a:noAutofit/>
          </a:bodyPr>
          <a:lstStyle>
            <a:lvl1pPr>
              <a:defRPr sz="4800"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FB318F3-41C4-0F1C-1CBD-D5A32280E575}"/>
              </a:ext>
            </a:extLst>
          </p:cNvPr>
          <p:cNvCxnSpPr>
            <a:cxnSpLocks/>
          </p:cNvCxnSpPr>
          <p:nvPr userDrawn="1"/>
        </p:nvCxnSpPr>
        <p:spPr>
          <a:xfrm>
            <a:off x="11353800" y="566057"/>
            <a:ext cx="304800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C43CC35-4750-6912-E49F-E917DF9AB637}"/>
              </a:ext>
            </a:extLst>
          </p:cNvPr>
          <p:cNvCxnSpPr>
            <a:cxnSpLocks/>
          </p:cNvCxnSpPr>
          <p:nvPr userDrawn="1"/>
        </p:nvCxnSpPr>
        <p:spPr>
          <a:xfrm>
            <a:off x="11353800" y="653143"/>
            <a:ext cx="304800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F06E8DC-A0CF-0798-ADF8-761E7E68BAC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71442" y="2689276"/>
            <a:ext cx="2917371" cy="743178"/>
          </a:xfrm>
        </p:spPr>
        <p:txBody>
          <a:bodyPr anchor="b">
            <a:noAutofit/>
          </a:bodyPr>
          <a:lstStyle>
            <a:lvl1pPr marL="0" indent="0">
              <a:buNone/>
              <a:defRPr sz="2200" b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FCFA915D-63BE-A1E7-E7C6-A8B7F841C27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75414" y="2685822"/>
            <a:ext cx="2917371" cy="743178"/>
          </a:xfrm>
        </p:spPr>
        <p:txBody>
          <a:bodyPr anchor="b">
            <a:noAutofit/>
          </a:bodyPr>
          <a:lstStyle>
            <a:lvl1pPr marL="0" indent="0">
              <a:buNone/>
              <a:defRPr sz="2200" b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2D2F8532-EAC1-4C87-C49E-5B099E83972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284028" y="2685822"/>
            <a:ext cx="2917371" cy="743178"/>
          </a:xfrm>
        </p:spPr>
        <p:txBody>
          <a:bodyPr anchor="b">
            <a:noAutofit/>
          </a:bodyPr>
          <a:lstStyle>
            <a:lvl1pPr marL="0" indent="0">
              <a:buNone/>
              <a:defRPr sz="2200" b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267078C8-F910-8FC3-7286-ADF1FB40862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066800" y="3886200"/>
            <a:ext cx="2917371" cy="2057400"/>
          </a:xfrm>
        </p:spPr>
        <p:txBody>
          <a:bodyPr anchor="t">
            <a:noAutofit/>
          </a:bodyPr>
          <a:lstStyle>
            <a:lvl1pPr marL="0" indent="0">
              <a:buNone/>
              <a:defRPr sz="1600" b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2A8B99F6-09B0-9487-3A2A-0062188384B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675414" y="3886200"/>
            <a:ext cx="2917371" cy="2057400"/>
          </a:xfrm>
        </p:spPr>
        <p:txBody>
          <a:bodyPr anchor="t">
            <a:noAutofit/>
          </a:bodyPr>
          <a:lstStyle>
            <a:lvl1pPr marL="0" indent="0">
              <a:buNone/>
              <a:defRPr sz="1600" b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E2F86FE2-AC0C-C76C-B2BD-9A02FA2E020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284027" y="3886200"/>
            <a:ext cx="2917371" cy="2057400"/>
          </a:xfrm>
        </p:spPr>
        <p:txBody>
          <a:bodyPr anchor="t">
            <a:noAutofit/>
          </a:bodyPr>
          <a:lstStyle>
            <a:lvl1pPr marL="0" indent="0">
              <a:buNone/>
              <a:defRPr sz="1600" b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91935222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0">
          <p15:clr>
            <a:srgbClr val="FBAE40"/>
          </p15:clr>
        </p15:guide>
        <p15:guide id="2" pos="576">
          <p15:clr>
            <a:srgbClr val="FBAE40"/>
          </p15:clr>
        </p15:guide>
        <p15:guide id="3" orient="horz" pos="3744">
          <p15:clr>
            <a:srgbClr val="FBAE40"/>
          </p15:clr>
        </p15:guide>
        <p15:guide id="4" pos="6864">
          <p15:clr>
            <a:srgbClr val="FBAE40"/>
          </p15:clr>
        </p15:guide>
        <p15:guide id="5" pos="4560">
          <p15:clr>
            <a:srgbClr val="FBAE40"/>
          </p15:clr>
        </p15:guide>
        <p15:guide id="6" orient="horz" pos="1512">
          <p15:clr>
            <a:srgbClr val="FBAE40"/>
          </p15:clr>
        </p15:guide>
        <p15:guide id="7" orient="horz" pos="360">
          <p15:clr>
            <a:srgbClr val="FBAE40"/>
          </p15:clr>
        </p15:guide>
        <p15:guide id="8" pos="1032">
          <p15:clr>
            <a:srgbClr val="FBAE40"/>
          </p15:clr>
        </p15:guide>
        <p15:guide id="9" pos="3720">
          <p15:clr>
            <a:srgbClr val="FBAE40"/>
          </p15:clr>
        </p15:guide>
        <p15:guide id="10" pos="6360">
          <p15:clr>
            <a:srgbClr val="FBAE40"/>
          </p15:clr>
        </p15:guide>
        <p15:guide id="11" pos="7152">
          <p15:clr>
            <a:srgbClr val="FBAE40"/>
          </p15:clr>
        </p15:guide>
        <p15:guide id="12" pos="672">
          <p15:clr>
            <a:srgbClr val="FBAE40"/>
          </p15:clr>
        </p15:guide>
        <p15:guide id="13" pos="7056">
          <p15:clr>
            <a:srgbClr val="FBAE40"/>
          </p15:clr>
        </p15:guide>
        <p15:guide id="14" orient="horz" pos="2448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D414779-4CEE-EEAD-8A66-EE043E90B44F}"/>
              </a:ext>
            </a:extLst>
          </p:cNvPr>
          <p:cNvSpPr/>
          <p:nvPr userDrawn="1"/>
        </p:nvSpPr>
        <p:spPr>
          <a:xfrm>
            <a:off x="1611313" y="3215390"/>
            <a:ext cx="2638398" cy="364261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C9E92B-FE67-1F3D-DCA0-195195A4A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96698"/>
            <a:ext cx="10439400" cy="1325563"/>
          </a:xfrm>
        </p:spPr>
        <p:txBody>
          <a:bodyPr anchor="t">
            <a:noAutofit/>
          </a:bodyPr>
          <a:lstStyle>
            <a:lvl1pPr>
              <a:defRPr sz="4800"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FB318F3-41C4-0F1C-1CBD-D5A32280E575}"/>
              </a:ext>
            </a:extLst>
          </p:cNvPr>
          <p:cNvCxnSpPr>
            <a:cxnSpLocks/>
          </p:cNvCxnSpPr>
          <p:nvPr userDrawn="1"/>
        </p:nvCxnSpPr>
        <p:spPr>
          <a:xfrm>
            <a:off x="11353800" y="566057"/>
            <a:ext cx="304800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C43CC35-4750-6912-E49F-E917DF9AB637}"/>
              </a:ext>
            </a:extLst>
          </p:cNvPr>
          <p:cNvCxnSpPr>
            <a:cxnSpLocks/>
          </p:cNvCxnSpPr>
          <p:nvPr userDrawn="1"/>
        </p:nvCxnSpPr>
        <p:spPr>
          <a:xfrm>
            <a:off x="11353800" y="653143"/>
            <a:ext cx="304800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F06E8DC-A0CF-0798-ADF8-761E7E68BAC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675414" y="2685822"/>
            <a:ext cx="2917371" cy="743178"/>
          </a:xfrm>
        </p:spPr>
        <p:txBody>
          <a:bodyPr anchor="b">
            <a:noAutofit/>
          </a:bodyPr>
          <a:lstStyle>
            <a:lvl1pPr marL="0" indent="0">
              <a:buNone/>
              <a:defRPr sz="2200" b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2D2F8532-EAC1-4C87-C49E-5B099E83972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284028" y="2685822"/>
            <a:ext cx="2917371" cy="743178"/>
          </a:xfrm>
        </p:spPr>
        <p:txBody>
          <a:bodyPr anchor="b">
            <a:noAutofit/>
          </a:bodyPr>
          <a:lstStyle>
            <a:lvl1pPr marL="0" indent="0">
              <a:buNone/>
              <a:defRPr sz="2200" b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2A8B99F6-09B0-9487-3A2A-0062188384B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675414" y="3886200"/>
            <a:ext cx="2917371" cy="2057400"/>
          </a:xfrm>
        </p:spPr>
        <p:txBody>
          <a:bodyPr anchor="t">
            <a:noAutofit/>
          </a:bodyPr>
          <a:lstStyle>
            <a:lvl1pPr marL="0" indent="0">
              <a:buNone/>
              <a:defRPr sz="1600" b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E2F86FE2-AC0C-C76C-B2BD-9A02FA2E020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284027" y="3886200"/>
            <a:ext cx="2917371" cy="2057400"/>
          </a:xfrm>
        </p:spPr>
        <p:txBody>
          <a:bodyPr anchor="t">
            <a:noAutofit/>
          </a:bodyPr>
          <a:lstStyle>
            <a:lvl1pPr marL="0" indent="0">
              <a:buNone/>
              <a:defRPr sz="1600" b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34235A04-C2C9-A7DC-3FE5-1E7D27C0E13D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914400" y="2627313"/>
            <a:ext cx="2525713" cy="3316287"/>
          </a:xfrm>
        </p:spPr>
        <p:txBody>
          <a:bodyPr/>
          <a:lstStyle/>
          <a:p>
            <a:endParaRPr lang="en-US"/>
          </a:p>
        </p:txBody>
      </p:sp>
      <p:sp>
        <p:nvSpPr>
          <p:cNvPr id="3" name="Text Placeholder 12">
            <a:extLst>
              <a:ext uri="{FF2B5EF4-FFF2-40B4-BE49-F238E27FC236}">
                <a16:creationId xmlns:a16="http://schemas.microsoft.com/office/drawing/2014/main" id="{7104C814-4179-5378-738C-F0AEB2D153F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902700" y="6573838"/>
            <a:ext cx="2870200" cy="284162"/>
          </a:xfrm>
        </p:spPr>
        <p:txBody>
          <a:bodyPr>
            <a:noAutofit/>
          </a:bodyPr>
          <a:lstStyle>
            <a:lvl1pPr marL="0" indent="0" algn="r"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043263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0">
          <p15:clr>
            <a:srgbClr val="FBAE40"/>
          </p15:clr>
        </p15:guide>
        <p15:guide id="2" pos="576">
          <p15:clr>
            <a:srgbClr val="FBAE40"/>
          </p15:clr>
        </p15:guide>
        <p15:guide id="3" orient="horz" pos="3744">
          <p15:clr>
            <a:srgbClr val="FBAE40"/>
          </p15:clr>
        </p15:guide>
        <p15:guide id="4" pos="6864">
          <p15:clr>
            <a:srgbClr val="FBAE40"/>
          </p15:clr>
        </p15:guide>
        <p15:guide id="5" pos="4560">
          <p15:clr>
            <a:srgbClr val="FBAE40"/>
          </p15:clr>
        </p15:guide>
        <p15:guide id="6" orient="horz" pos="1655">
          <p15:clr>
            <a:srgbClr val="FBAE40"/>
          </p15:clr>
        </p15:guide>
        <p15:guide id="7" orient="horz" pos="360">
          <p15:clr>
            <a:srgbClr val="FBAE40"/>
          </p15:clr>
        </p15:guide>
        <p15:guide id="8" pos="1015">
          <p15:clr>
            <a:srgbClr val="FBAE40"/>
          </p15:clr>
        </p15:guide>
        <p15:guide id="9" pos="2167">
          <p15:clr>
            <a:srgbClr val="FBAE40"/>
          </p15:clr>
        </p15:guide>
        <p15:guide id="10" pos="6360">
          <p15:clr>
            <a:srgbClr val="FBAE40"/>
          </p15:clr>
        </p15:guide>
        <p15:guide id="11" pos="7152">
          <p15:clr>
            <a:srgbClr val="FBAE40"/>
          </p15:clr>
        </p15:guide>
        <p15:guide id="12" pos="672">
          <p15:clr>
            <a:srgbClr val="FBAE40"/>
          </p15:clr>
        </p15:guide>
        <p15:guide id="13" pos="7056">
          <p15:clr>
            <a:srgbClr val="FBAE40"/>
          </p15:clr>
        </p15:guide>
        <p15:guide id="14" orient="horz" pos="2448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3FB883CC-094E-7039-9807-58F11002611B}"/>
              </a:ext>
            </a:extLst>
          </p:cNvPr>
          <p:cNvSpPr/>
          <p:nvPr userDrawn="1"/>
        </p:nvSpPr>
        <p:spPr>
          <a:xfrm>
            <a:off x="0" y="0"/>
            <a:ext cx="5358984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C9E92B-FE67-1F3D-DCA0-195195A4A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96698"/>
            <a:ext cx="10439400" cy="1325563"/>
          </a:xfrm>
        </p:spPr>
        <p:txBody>
          <a:bodyPr anchor="t">
            <a:noAutofit/>
          </a:bodyPr>
          <a:lstStyle>
            <a:lvl1pPr>
              <a:defRPr sz="4800"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FB318F3-41C4-0F1C-1CBD-D5A32280E575}"/>
              </a:ext>
            </a:extLst>
          </p:cNvPr>
          <p:cNvCxnSpPr>
            <a:cxnSpLocks/>
          </p:cNvCxnSpPr>
          <p:nvPr userDrawn="1"/>
        </p:nvCxnSpPr>
        <p:spPr>
          <a:xfrm>
            <a:off x="11353800" y="566057"/>
            <a:ext cx="304800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C43CC35-4750-6912-E49F-E917DF9AB637}"/>
              </a:ext>
            </a:extLst>
          </p:cNvPr>
          <p:cNvCxnSpPr>
            <a:cxnSpLocks/>
          </p:cNvCxnSpPr>
          <p:nvPr userDrawn="1"/>
        </p:nvCxnSpPr>
        <p:spPr>
          <a:xfrm>
            <a:off x="11353800" y="653143"/>
            <a:ext cx="304800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FCFA915D-63BE-A1E7-E7C6-A8B7F841C27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066800" y="2674936"/>
            <a:ext cx="2917371" cy="743178"/>
          </a:xfrm>
        </p:spPr>
        <p:txBody>
          <a:bodyPr anchor="b">
            <a:noAutofit/>
          </a:bodyPr>
          <a:lstStyle>
            <a:lvl1pPr marL="0" indent="0">
              <a:buNone/>
              <a:defRPr sz="2200" b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2D2F8532-EAC1-4C87-C49E-5B099E83972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284028" y="2685822"/>
            <a:ext cx="2917371" cy="743178"/>
          </a:xfrm>
        </p:spPr>
        <p:txBody>
          <a:bodyPr anchor="b">
            <a:noAutofit/>
          </a:bodyPr>
          <a:lstStyle>
            <a:lvl1pPr marL="0" indent="0">
              <a:buNone/>
              <a:defRPr sz="2200" b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267078C8-F910-8FC3-7286-ADF1FB40862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066800" y="3886200"/>
            <a:ext cx="2917371" cy="2057400"/>
          </a:xfrm>
        </p:spPr>
        <p:txBody>
          <a:bodyPr anchor="t">
            <a:noAutofit/>
          </a:bodyPr>
          <a:lstStyle>
            <a:lvl1pPr marL="0" indent="0">
              <a:buNone/>
              <a:defRPr sz="1600" b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E2F86FE2-AC0C-C76C-B2BD-9A02FA2E020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284027" y="3886200"/>
            <a:ext cx="2917371" cy="2057400"/>
          </a:xfrm>
        </p:spPr>
        <p:txBody>
          <a:bodyPr anchor="t">
            <a:noAutofit/>
          </a:bodyPr>
          <a:lstStyle>
            <a:lvl1pPr marL="0" indent="0">
              <a:buNone/>
              <a:defRPr sz="1600" b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8FDDBBAD-B928-4819-64F5-80A5AECD71CB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4381500" y="2171699"/>
            <a:ext cx="2971800" cy="4549775"/>
          </a:xfrm>
        </p:spPr>
        <p:txBody>
          <a:bodyPr/>
          <a:lstStyle/>
          <a:p>
            <a:endParaRPr lang="en-US"/>
          </a:p>
        </p:txBody>
      </p:sp>
      <p:sp>
        <p:nvSpPr>
          <p:cNvPr id="3" name="Text Placeholder 12">
            <a:extLst>
              <a:ext uri="{FF2B5EF4-FFF2-40B4-BE49-F238E27FC236}">
                <a16:creationId xmlns:a16="http://schemas.microsoft.com/office/drawing/2014/main" id="{8B3586BE-78C6-E426-9F3C-F59381E5CD8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902700" y="6573838"/>
            <a:ext cx="2870200" cy="284162"/>
          </a:xfrm>
        </p:spPr>
        <p:txBody>
          <a:bodyPr>
            <a:noAutofit/>
          </a:bodyPr>
          <a:lstStyle>
            <a:lvl1pPr marL="0" indent="0" algn="r"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640818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0">
          <p15:clr>
            <a:srgbClr val="FBAE40"/>
          </p15:clr>
        </p15:guide>
        <p15:guide id="2" pos="576">
          <p15:clr>
            <a:srgbClr val="FBAE40"/>
          </p15:clr>
        </p15:guide>
        <p15:guide id="3" orient="horz" pos="3744">
          <p15:clr>
            <a:srgbClr val="FBAE40"/>
          </p15:clr>
        </p15:guide>
        <p15:guide id="5" pos="4632">
          <p15:clr>
            <a:srgbClr val="FBAE40"/>
          </p15:clr>
        </p15:guide>
        <p15:guide id="6" orient="horz" pos="1368">
          <p15:clr>
            <a:srgbClr val="FBAE40"/>
          </p15:clr>
        </p15:guide>
        <p15:guide id="7" orient="horz" pos="360">
          <p15:clr>
            <a:srgbClr val="FBAE40"/>
          </p15:clr>
        </p15:guide>
        <p15:guide id="9" pos="2760">
          <p15:clr>
            <a:srgbClr val="FBAE40"/>
          </p15:clr>
        </p15:guide>
        <p15:guide id="11" pos="7159">
          <p15:clr>
            <a:srgbClr val="FBAE40"/>
          </p15:clr>
        </p15:guide>
        <p15:guide id="12" pos="672">
          <p15:clr>
            <a:srgbClr val="FBAE40"/>
          </p15:clr>
        </p15:guide>
        <p15:guide id="14" orient="horz" pos="2448">
          <p15:clr>
            <a:srgbClr val="FBAE40"/>
          </p15:clr>
        </p15:guide>
        <p15:guide id="15" pos="7056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25949CF9-AE80-D4A2-E0FC-126A4E8ECBCB}"/>
              </a:ext>
            </a:extLst>
          </p:cNvPr>
          <p:cNvSpPr/>
          <p:nvPr userDrawn="1"/>
        </p:nvSpPr>
        <p:spPr>
          <a:xfrm>
            <a:off x="6096000" y="1"/>
            <a:ext cx="6096000" cy="6858000"/>
          </a:xfrm>
          <a:prstGeom prst="rect">
            <a:avLst/>
          </a:prstGeom>
          <a:solidFill>
            <a:srgbClr val="F1F4F4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C9E92B-FE67-1F3D-DCA0-195195A4A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32546" y="4618037"/>
            <a:ext cx="9314540" cy="1325563"/>
          </a:xfrm>
        </p:spPr>
        <p:txBody>
          <a:bodyPr anchor="b">
            <a:noAutofit/>
          </a:bodyPr>
          <a:lstStyle>
            <a:lvl1pPr algn="r">
              <a:defRPr sz="4800"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FB318F3-41C4-0F1C-1CBD-D5A32280E575}"/>
              </a:ext>
            </a:extLst>
          </p:cNvPr>
          <p:cNvCxnSpPr>
            <a:cxnSpLocks/>
          </p:cNvCxnSpPr>
          <p:nvPr userDrawn="1"/>
        </p:nvCxnSpPr>
        <p:spPr>
          <a:xfrm>
            <a:off x="11353800" y="566057"/>
            <a:ext cx="304800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C43CC35-4750-6912-E49F-E917DF9AB637}"/>
              </a:ext>
            </a:extLst>
          </p:cNvPr>
          <p:cNvCxnSpPr>
            <a:cxnSpLocks/>
          </p:cNvCxnSpPr>
          <p:nvPr userDrawn="1"/>
        </p:nvCxnSpPr>
        <p:spPr>
          <a:xfrm>
            <a:off x="11353800" y="653143"/>
            <a:ext cx="304800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F06E8DC-A0CF-0798-ADF8-761E7E68BAC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6797" y="914400"/>
            <a:ext cx="2917371" cy="743178"/>
          </a:xfrm>
        </p:spPr>
        <p:txBody>
          <a:bodyPr anchor="b">
            <a:noAutofit/>
          </a:bodyPr>
          <a:lstStyle>
            <a:lvl1pPr marL="0" indent="0">
              <a:buNone/>
              <a:defRPr sz="2200" b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2" name="Text Placeholder 7">
            <a:extLst>
              <a:ext uri="{FF2B5EF4-FFF2-40B4-BE49-F238E27FC236}">
                <a16:creationId xmlns:a16="http://schemas.microsoft.com/office/drawing/2014/main" id="{FCFA915D-63BE-A1E7-E7C6-A8B7F841C27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675413" y="914400"/>
            <a:ext cx="2917371" cy="743178"/>
          </a:xfrm>
        </p:spPr>
        <p:txBody>
          <a:bodyPr anchor="b">
            <a:noAutofit/>
          </a:bodyPr>
          <a:lstStyle>
            <a:lvl1pPr marL="0" indent="0">
              <a:buNone/>
              <a:defRPr sz="2200" b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5" name="Text Placeholder 7">
            <a:extLst>
              <a:ext uri="{FF2B5EF4-FFF2-40B4-BE49-F238E27FC236}">
                <a16:creationId xmlns:a16="http://schemas.microsoft.com/office/drawing/2014/main" id="{2D2F8532-EAC1-4C87-C49E-5B099E83972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8284029" y="914400"/>
            <a:ext cx="2917371" cy="743178"/>
          </a:xfrm>
        </p:spPr>
        <p:txBody>
          <a:bodyPr anchor="b">
            <a:noAutofit/>
          </a:bodyPr>
          <a:lstStyle>
            <a:lvl1pPr marL="0" indent="0">
              <a:buNone/>
              <a:defRPr sz="2200" b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267078C8-F910-8FC3-7286-ADF1FB40862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066800" y="2098221"/>
            <a:ext cx="2917371" cy="2057400"/>
          </a:xfrm>
        </p:spPr>
        <p:txBody>
          <a:bodyPr anchor="t">
            <a:noAutofit/>
          </a:bodyPr>
          <a:lstStyle>
            <a:lvl1pPr marL="0" indent="0">
              <a:buNone/>
              <a:defRPr sz="1600" b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7" name="Text Placeholder 7">
            <a:extLst>
              <a:ext uri="{FF2B5EF4-FFF2-40B4-BE49-F238E27FC236}">
                <a16:creationId xmlns:a16="http://schemas.microsoft.com/office/drawing/2014/main" id="{2A8B99F6-09B0-9487-3A2A-0062188384B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675414" y="2098221"/>
            <a:ext cx="2917371" cy="2057400"/>
          </a:xfrm>
        </p:spPr>
        <p:txBody>
          <a:bodyPr anchor="t">
            <a:noAutofit/>
          </a:bodyPr>
          <a:lstStyle>
            <a:lvl1pPr marL="0" indent="0">
              <a:buNone/>
              <a:defRPr sz="1600" b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8" name="Text Placeholder 7">
            <a:extLst>
              <a:ext uri="{FF2B5EF4-FFF2-40B4-BE49-F238E27FC236}">
                <a16:creationId xmlns:a16="http://schemas.microsoft.com/office/drawing/2014/main" id="{E2F86FE2-AC0C-C76C-B2BD-9A02FA2E0205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284027" y="2098221"/>
            <a:ext cx="2917371" cy="2057400"/>
          </a:xfrm>
        </p:spPr>
        <p:txBody>
          <a:bodyPr anchor="t">
            <a:noAutofit/>
          </a:bodyPr>
          <a:lstStyle>
            <a:lvl1pPr marL="0" indent="0">
              <a:buNone/>
              <a:defRPr sz="1600" b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246199191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0">
          <p15:clr>
            <a:srgbClr val="FBAE40"/>
          </p15:clr>
        </p15:guide>
        <p15:guide id="2" pos="576">
          <p15:clr>
            <a:srgbClr val="FBAE40"/>
          </p15:clr>
        </p15:guide>
        <p15:guide id="3" orient="horz" pos="3744">
          <p15:clr>
            <a:srgbClr val="FBAE40"/>
          </p15:clr>
        </p15:guide>
        <p15:guide id="5" pos="4560">
          <p15:clr>
            <a:srgbClr val="FBAE40"/>
          </p15:clr>
        </p15:guide>
        <p15:guide id="7" orient="horz" pos="360">
          <p15:clr>
            <a:srgbClr val="FBAE40"/>
          </p15:clr>
        </p15:guide>
        <p15:guide id="11" pos="7152">
          <p15:clr>
            <a:srgbClr val="FBAE40"/>
          </p15:clr>
        </p15:guide>
        <p15:guide id="12" pos="672">
          <p15:clr>
            <a:srgbClr val="FBAE40"/>
          </p15:clr>
        </p15:guide>
        <p15:guide id="13" pos="7056">
          <p15:clr>
            <a:srgbClr val="FBAE40"/>
          </p15:clr>
        </p15:guide>
        <p15:guide id="14" orient="horz" pos="2448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C9E92B-FE67-1F3D-DCA0-195195A4A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796698"/>
            <a:ext cx="6678385" cy="1325563"/>
          </a:xfrm>
        </p:spPr>
        <p:txBody>
          <a:bodyPr anchor="t">
            <a:noAutofit/>
          </a:bodyPr>
          <a:lstStyle>
            <a:lvl1pPr>
              <a:defRPr sz="4800"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FB318F3-41C4-0F1C-1CBD-D5A32280E575}"/>
              </a:ext>
            </a:extLst>
          </p:cNvPr>
          <p:cNvCxnSpPr>
            <a:cxnSpLocks/>
          </p:cNvCxnSpPr>
          <p:nvPr userDrawn="1"/>
        </p:nvCxnSpPr>
        <p:spPr>
          <a:xfrm>
            <a:off x="609600" y="584664"/>
            <a:ext cx="304800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C43CC35-4750-6912-E49F-E917DF9AB637}"/>
              </a:ext>
            </a:extLst>
          </p:cNvPr>
          <p:cNvCxnSpPr>
            <a:cxnSpLocks/>
          </p:cNvCxnSpPr>
          <p:nvPr userDrawn="1"/>
        </p:nvCxnSpPr>
        <p:spPr>
          <a:xfrm>
            <a:off x="609600" y="671750"/>
            <a:ext cx="304800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CF06E8DC-A0CF-0798-ADF8-761E7E68BAC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6799" y="2674936"/>
            <a:ext cx="5029201" cy="743178"/>
          </a:xfrm>
        </p:spPr>
        <p:txBody>
          <a:bodyPr anchor="b">
            <a:noAutofit/>
          </a:bodyPr>
          <a:lstStyle>
            <a:lvl1pPr marL="0" indent="0">
              <a:buNone/>
              <a:defRPr sz="2200" b="1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16" name="Text Placeholder 7">
            <a:extLst>
              <a:ext uri="{FF2B5EF4-FFF2-40B4-BE49-F238E27FC236}">
                <a16:creationId xmlns:a16="http://schemas.microsoft.com/office/drawing/2014/main" id="{267078C8-F910-8FC3-7286-ADF1FB40862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066800" y="3886200"/>
            <a:ext cx="5029200" cy="2057400"/>
          </a:xfrm>
        </p:spPr>
        <p:txBody>
          <a:bodyPr anchor="t">
            <a:noAutofit/>
          </a:bodyPr>
          <a:lstStyle>
            <a:lvl1pPr marL="0" indent="0">
              <a:buNone/>
              <a:defRPr sz="1600" b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lvl="0"/>
            <a:r>
              <a:rPr lang="en-US" dirty="0"/>
              <a:t>Click to edit Master text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39F175D2-EEFE-E4BF-0E57-03025B8F8D64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7696200" y="1"/>
            <a:ext cx="4495800" cy="6858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273C4E42-511B-EB94-CA0A-051B1A4A918D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95300" y="6573838"/>
            <a:ext cx="2870200" cy="284162"/>
          </a:xfrm>
        </p:spPr>
        <p:txBody>
          <a:bodyPr>
            <a:noAutofit/>
          </a:bodyPr>
          <a:lstStyle>
            <a:lvl1pPr marL="0" indent="0" algn="l">
              <a:buNone/>
              <a:defRPr sz="1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000"/>
            </a:lvl2pPr>
            <a:lvl3pPr marL="914400" indent="0">
              <a:buNone/>
              <a:defRPr sz="10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110482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840">
          <p15:clr>
            <a:srgbClr val="FBAE40"/>
          </p15:clr>
        </p15:guide>
        <p15:guide id="2" pos="576">
          <p15:clr>
            <a:srgbClr val="FBAE40"/>
          </p15:clr>
        </p15:guide>
        <p15:guide id="3" orient="horz" pos="3744">
          <p15:clr>
            <a:srgbClr val="FBAE40"/>
          </p15:clr>
        </p15:guide>
        <p15:guide id="7" orient="horz" pos="360">
          <p15:clr>
            <a:srgbClr val="FBAE40"/>
          </p15:clr>
        </p15:guide>
        <p15:guide id="8" pos="1032">
          <p15:clr>
            <a:srgbClr val="FBAE40"/>
          </p15:clr>
        </p15:guide>
        <p15:guide id="9" pos="4848">
          <p15:clr>
            <a:srgbClr val="FBAE40"/>
          </p15:clr>
        </p15:guide>
        <p15:guide id="11" pos="7152">
          <p15:clr>
            <a:srgbClr val="FBAE40"/>
          </p15:clr>
        </p15:guide>
        <p15:guide id="12" pos="672">
          <p15:clr>
            <a:srgbClr val="FBAE40"/>
          </p15:clr>
        </p15:guide>
        <p15:guide id="13" pos="7056">
          <p15:clr>
            <a:srgbClr val="FBAE40"/>
          </p15:clr>
        </p15:guide>
        <p15:guide id="14" orient="horz" pos="2448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FD960C-86A7-6728-9263-973B76A8FD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71265913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0200299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9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AF68666B-80B7-5FA5-FC9F-2F928A26B010}"/>
              </a:ext>
            </a:extLst>
          </p:cNvPr>
          <p:cNvSpPr/>
          <p:nvPr userDrawn="1"/>
        </p:nvSpPr>
        <p:spPr>
          <a:xfrm>
            <a:off x="6096000" y="0"/>
            <a:ext cx="3657600" cy="68580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C9E92B-FE67-1F3D-DCA0-195195A4AB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2404343"/>
            <a:ext cx="5181600" cy="1325563"/>
          </a:xfrm>
        </p:spPr>
        <p:txBody>
          <a:bodyPr>
            <a:noAutofit/>
          </a:bodyPr>
          <a:lstStyle>
            <a:lvl1pPr>
              <a:defRPr sz="4800">
                <a:latin typeface="Poppins" pitchFamily="2" charset="77"/>
                <a:cs typeface="Poppins" pitchFamily="2" charset="77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BA87BAAC-9384-2363-2089-821720F16DD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239000" y="1485900"/>
            <a:ext cx="3657600" cy="4457700"/>
          </a:xfrm>
        </p:spPr>
        <p:txBody>
          <a:bodyPr/>
          <a:lstStyle/>
          <a:p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0CA0C2D1-06AD-3620-044D-2EAE71AC87AC}"/>
              </a:ext>
            </a:extLst>
          </p:cNvPr>
          <p:cNvCxnSpPr/>
          <p:nvPr userDrawn="1"/>
        </p:nvCxnSpPr>
        <p:spPr>
          <a:xfrm>
            <a:off x="1638300" y="571500"/>
            <a:ext cx="4267200" cy="0"/>
          </a:xfrm>
          <a:prstGeom prst="line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60C99D5D-5452-4897-02A9-A1B32F0BE968}"/>
              </a:ext>
            </a:extLst>
          </p:cNvPr>
          <p:cNvCxnSpPr/>
          <p:nvPr userDrawn="1"/>
        </p:nvCxnSpPr>
        <p:spPr>
          <a:xfrm>
            <a:off x="10096500" y="571500"/>
            <a:ext cx="1259359" cy="0"/>
          </a:xfrm>
          <a:prstGeom prst="line">
            <a:avLst/>
          </a:prstGeom>
          <a:ln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FB318F3-41C4-0F1C-1CBD-D5A32280E575}"/>
              </a:ext>
            </a:extLst>
          </p:cNvPr>
          <p:cNvCxnSpPr>
            <a:cxnSpLocks/>
          </p:cNvCxnSpPr>
          <p:nvPr userDrawn="1"/>
        </p:nvCxnSpPr>
        <p:spPr>
          <a:xfrm>
            <a:off x="914400" y="571500"/>
            <a:ext cx="304800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0C43CC35-4750-6912-E49F-E917DF9AB637}"/>
              </a:ext>
            </a:extLst>
          </p:cNvPr>
          <p:cNvCxnSpPr>
            <a:cxnSpLocks/>
          </p:cNvCxnSpPr>
          <p:nvPr userDrawn="1"/>
        </p:nvCxnSpPr>
        <p:spPr>
          <a:xfrm>
            <a:off x="914400" y="658586"/>
            <a:ext cx="304800" cy="0"/>
          </a:xfrm>
          <a:prstGeom prst="line">
            <a:avLst/>
          </a:prstGeom>
          <a:ln w="19050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003331A5-D35A-E699-E3EA-6035EB0DCD16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066800" y="5185232"/>
            <a:ext cx="2971800" cy="365126"/>
          </a:xfrm>
        </p:spPr>
        <p:txBody>
          <a:bodyPr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18" name="Text Placeholder 16">
            <a:extLst>
              <a:ext uri="{FF2B5EF4-FFF2-40B4-BE49-F238E27FC236}">
                <a16:creationId xmlns:a16="http://schemas.microsoft.com/office/drawing/2014/main" id="{442CA476-8654-0542-5C0B-4F439516AF31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066800" y="5588228"/>
            <a:ext cx="2971800" cy="365126"/>
          </a:xfrm>
        </p:spPr>
        <p:txBody>
          <a:bodyPr>
            <a:noAutofit/>
          </a:bodyPr>
          <a:lstStyle>
            <a:lvl1pPr marL="0" indent="0">
              <a:buNone/>
              <a:defRPr sz="20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/>
            </a:lvl2pPr>
            <a:lvl3pPr marL="914400" indent="0">
              <a:buNone/>
              <a:defRPr/>
            </a:lvl3pPr>
            <a:lvl4pPr marL="1371600" indent="0">
              <a:buNone/>
              <a:defRPr/>
            </a:lvl4pPr>
            <a:lvl5pPr marL="1828800" indent="0">
              <a:buNone/>
              <a:defRPr/>
            </a:lvl5pPr>
          </a:lstStyle>
          <a:p>
            <a:pPr lvl="0"/>
            <a:r>
              <a:rPr lang="en-US" dirty="0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282423236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936">
          <p15:clr>
            <a:srgbClr val="FBAE40"/>
          </p15:clr>
        </p15:guide>
        <p15:guide id="2" pos="576">
          <p15:clr>
            <a:srgbClr val="FBAE40"/>
          </p15:clr>
        </p15:guide>
        <p15:guide id="3" orient="horz" pos="3744">
          <p15:clr>
            <a:srgbClr val="FBAE40"/>
          </p15:clr>
        </p15:guide>
        <p15:guide id="4" pos="6864">
          <p15:clr>
            <a:srgbClr val="FBAE40"/>
          </p15:clr>
        </p15:guide>
        <p15:guide id="5" pos="4560">
          <p15:clr>
            <a:srgbClr val="FBAE40"/>
          </p15:clr>
        </p15:guide>
        <p15:guide id="6" orient="horz" pos="1512">
          <p15:clr>
            <a:srgbClr val="FBAE40"/>
          </p15:clr>
        </p15:guide>
        <p15:guide id="7" orient="horz" pos="360">
          <p15:clr>
            <a:srgbClr val="FBAE40"/>
          </p15:clr>
        </p15:guide>
        <p15:guide id="8" pos="672">
          <p15:clr>
            <a:srgbClr val="FBAE40"/>
          </p15:clr>
        </p15:guide>
        <p15:guide id="9" pos="3720">
          <p15:clr>
            <a:srgbClr val="FBAE40"/>
          </p15:clr>
        </p15:guide>
        <p15:guide id="10" pos="6360">
          <p15:clr>
            <a:srgbClr val="FBAE40"/>
          </p15:clr>
        </p15:guide>
        <p15:guide id="11" pos="7152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932904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.xml"/><Relationship Id="rId13" Type="http://schemas.openxmlformats.org/officeDocument/2006/relationships/slideLayout" Target="../slideLayouts/slideLayout22.xml"/><Relationship Id="rId3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6.xml"/><Relationship Id="rId12" Type="http://schemas.openxmlformats.org/officeDocument/2006/relationships/slideLayout" Target="../slideLayouts/slideLayout21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4.xml"/><Relationship Id="rId10" Type="http://schemas.openxmlformats.org/officeDocument/2006/relationships/slideLayout" Target="../slideLayouts/slideLayout19.xml"/><Relationship Id="rId4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8.xml"/><Relationship Id="rId1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978C4651-2B5D-EA62-AC04-17BFDE1E2A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MX"/>
              <a:t>Haz clic para modificar el estilo de título del patrón</a:t>
            </a:r>
            <a:endParaRPr lang="es-CL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B594B6F9-D351-5B1B-2766-68737957A6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MX"/>
              <a:t>Haga clic para modificar los estilos de texto del patrón</a:t>
            </a:r>
          </a:p>
          <a:p>
            <a:pPr lvl="1"/>
            <a:r>
              <a:rPr lang="es-MX"/>
              <a:t>Segundo nivel</a:t>
            </a:r>
          </a:p>
          <a:p>
            <a:pPr lvl="2"/>
            <a:r>
              <a:rPr lang="es-MX"/>
              <a:t>Tercer nivel</a:t>
            </a:r>
          </a:p>
          <a:p>
            <a:pPr lvl="3"/>
            <a:r>
              <a:rPr lang="es-MX"/>
              <a:t>Cuarto nivel</a:t>
            </a:r>
          </a:p>
          <a:p>
            <a:pPr lvl="4"/>
            <a:r>
              <a:rPr lang="es-MX"/>
              <a:t>Quinto nivel</a:t>
            </a:r>
            <a:endParaRPr lang="es-CL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22B60EAB-2F87-323A-DB12-7A3211AAE1B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604031C-1D81-E945-A028-78780D1B7DE5}" type="datetimeFigureOut">
              <a:rPr lang="es-CL" smtClean="0"/>
              <a:t>10-01-2026</a:t>
            </a:fld>
            <a:endParaRPr lang="es-CL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F31700A7-BE34-6E4B-B14E-9AFE52C9C7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s-CL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349A16B8-55E4-4139-4DE1-4DF901B444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BBEC0DC-B55F-A543-ADED-336BFEE3FCEB}" type="slidenum">
              <a:rPr lang="es-CL" smtClean="0"/>
              <a:t>‹Nº›</a:t>
            </a:fld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6930287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4" r:id="rId2"/>
    <p:sldLayoutId id="2147483656" r:id="rId3"/>
    <p:sldLayoutId id="2147483657" r:id="rId4"/>
    <p:sldLayoutId id="2147483655" r:id="rId5"/>
    <p:sldLayoutId id="2147483650" r:id="rId6"/>
    <p:sldLayoutId id="2147483651" r:id="rId7"/>
    <p:sldLayoutId id="2147483653" r:id="rId8"/>
    <p:sldLayoutId id="2147483652" r:id="rId9"/>
  </p:sldLayoutIdLst>
  <p:txStyles>
    <p:titleStyle>
      <a:lvl1pPr algn="l" defTabSz="914377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78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1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9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CL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154C769-5B6E-5C22-9516-5D7BE462E3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23190F5-D493-CE67-ED1B-D761BFA6998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25225E-A593-BBE5-FA35-2952DE6D56A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0812C0-D4F0-C345-96B4-1E8B918506AC}" type="datetimeFigureOut">
              <a:rPr lang="en-US" smtClean="0"/>
              <a:t>1/10/2026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730E95-9162-1956-4897-1AA052698F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A9709E4-652E-524A-8D35-CF602AA44AAA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95080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72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3" r:id="rId9"/>
    <p:sldLayoutId id="2147483670" r:id="rId10"/>
    <p:sldLayoutId id="2147483671" r:id="rId11"/>
    <p:sldLayoutId id="2147483660" r:id="rId12"/>
    <p:sldLayoutId id="2147483674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800" kern="1200">
          <a:solidFill>
            <a:schemeClr val="tx1">
              <a:lumMod val="85000"/>
              <a:lumOff val="15000"/>
            </a:schemeClr>
          </a:solidFill>
          <a:latin typeface="Poppins" pitchFamily="2" charset="77"/>
          <a:ea typeface="+mj-ea"/>
          <a:cs typeface="Poppins" pitchFamily="2" charset="77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  <p15:guide id="3" pos="6144">
          <p15:clr>
            <a:srgbClr val="F26B43"/>
          </p15:clr>
        </p15:guide>
        <p15:guide id="4" pos="7416">
          <p15:clr>
            <a:srgbClr val="F26B43"/>
          </p15:clr>
        </p15:guide>
        <p15:guide id="5" pos="312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5" Type="http://schemas.microsoft.com/office/2007/relationships/hdphoto" Target="../media/hdphoto1.wdp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4" Type="http://schemas.openxmlformats.org/officeDocument/2006/relationships/image" Target="../media/image21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png"/><Relationship Id="rId13" Type="http://schemas.openxmlformats.org/officeDocument/2006/relationships/image" Target="../media/image37.png"/><Relationship Id="rId3" Type="http://schemas.openxmlformats.org/officeDocument/2006/relationships/image" Target="../media/image27.png"/><Relationship Id="rId7" Type="http://schemas.openxmlformats.org/officeDocument/2006/relationships/image" Target="../media/image31.jpeg"/><Relationship Id="rId12" Type="http://schemas.openxmlformats.org/officeDocument/2006/relationships/image" Target="../media/image3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30.png"/><Relationship Id="rId11" Type="http://schemas.openxmlformats.org/officeDocument/2006/relationships/image" Target="../media/image35.png"/><Relationship Id="rId5" Type="http://schemas.openxmlformats.org/officeDocument/2006/relationships/image" Target="../media/image29.jpeg"/><Relationship Id="rId10" Type="http://schemas.openxmlformats.org/officeDocument/2006/relationships/image" Target="../media/image34.png"/><Relationship Id="rId4" Type="http://schemas.openxmlformats.org/officeDocument/2006/relationships/image" Target="../media/image28.png"/><Relationship Id="rId9" Type="http://schemas.openxmlformats.org/officeDocument/2006/relationships/image" Target="../media/image33.png"/><Relationship Id="rId14" Type="http://schemas.openxmlformats.org/officeDocument/2006/relationships/image" Target="../media/image3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1.png"/><Relationship Id="rId4" Type="http://schemas.openxmlformats.org/officeDocument/2006/relationships/image" Target="../media/image4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44.jpeg"/><Relationship Id="rId4" Type="http://schemas.openxmlformats.org/officeDocument/2006/relationships/image" Target="../media/image4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49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51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Relationship Id="rId4" Type="http://schemas.microsoft.com/office/2007/relationships/hdphoto" Target="../media/hdphoto2.wdp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spring.io/quickstart" TargetMode="External"/><Relationship Id="rId7" Type="http://schemas.openxmlformats.org/officeDocument/2006/relationships/image" Target="../media/image5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Relationship Id="rId6" Type="http://schemas.microsoft.com/office/2007/relationships/hdphoto" Target="../media/hdphoto2.wdp"/><Relationship Id="rId5" Type="http://schemas.openxmlformats.org/officeDocument/2006/relationships/image" Target="../media/image52.png"/><Relationship Id="rId4" Type="http://schemas.openxmlformats.org/officeDocument/2006/relationships/hyperlink" Target="https://roadmap.sh/" TargetMode="Externa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7" Type="http://schemas.openxmlformats.org/officeDocument/2006/relationships/hyperlink" Target="https://roadmap.sh/" TargetMode="Externa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Relationship Id="rId6" Type="http://schemas.openxmlformats.org/officeDocument/2006/relationships/hyperlink" Target="https://www.jetbrains.com/es-es/community/education/#classrooms" TargetMode="External"/><Relationship Id="rId5" Type="http://schemas.microsoft.com/office/2007/relationships/hdphoto" Target="../media/hdphoto3.wdp"/><Relationship Id="rId4" Type="http://schemas.openxmlformats.org/officeDocument/2006/relationships/image" Target="../media/image56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Relationship Id="rId6" Type="http://schemas.microsoft.com/office/2007/relationships/hdphoto" Target="../media/hdphoto4.wdp"/><Relationship Id="rId5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62.png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DDA3FC-36B2-5E48-53A8-51083BBEE3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s-CL" sz="3600">
                <a:latin typeface="Arial"/>
                <a:cs typeface="Arial"/>
              </a:rPr>
              <a:t>LA ERA DE LOS FRAMEWORKS</a:t>
            </a:r>
            <a:endParaRPr lang="es-CL" sz="360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4C79772-4F2B-0631-AEB4-ED8B13764062}"/>
              </a:ext>
            </a:extLst>
          </p:cNvPr>
          <p:cNvSpPr>
            <a:spLocks noGrp="1"/>
          </p:cNvSpPr>
          <p:nvPr>
            <p:ph type="subTitle" idx="4"/>
          </p:nvPr>
        </p:nvSpPr>
        <p:spPr>
          <a:xfrm>
            <a:off x="6937285" y="4305507"/>
            <a:ext cx="4356341" cy="793038"/>
          </a:xfrm>
        </p:spPr>
        <p:txBody>
          <a:bodyPr/>
          <a:lstStyle/>
          <a:p>
            <a:pPr marL="0" indent="0">
              <a:buNone/>
            </a:pPr>
            <a:r>
              <a:rPr lang="es-CL" dirty="0"/>
              <a:t>DESARROLLO FULLSTACK I</a:t>
            </a:r>
          </a:p>
          <a:p>
            <a:pPr marL="0" indent="0">
              <a:buNone/>
            </a:pPr>
            <a:r>
              <a:rPr lang="es-CL"/>
              <a:t>DSY1103</a:t>
            </a:r>
          </a:p>
        </p:txBody>
      </p:sp>
    </p:spTree>
    <p:extLst>
      <p:ext uri="{BB962C8B-B14F-4D97-AF65-F5344CB8AC3E}">
        <p14:creationId xmlns:p14="http://schemas.microsoft.com/office/powerpoint/2010/main" val="1309201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8CB76910-D62B-FEE0-E8F1-4C1B04AB24C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054285" y="405838"/>
            <a:ext cx="8373343" cy="469685"/>
          </a:xfrm>
        </p:spPr>
        <p:txBody>
          <a:bodyPr/>
          <a:lstStyle/>
          <a:p>
            <a:r>
              <a:rPr lang="es-CL" dirty="0"/>
              <a:t>En el capítulo anterior…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357D226-3E1C-CCEF-CE12-A1757483A6C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>
            <a:noAutofit/>
          </a:bodyPr>
          <a:lstStyle/>
          <a:p>
            <a:r>
              <a:rPr lang="es-CL" sz="1600" dirty="0"/>
              <a:t>¿Cuál diagrama representa un monolito?</a:t>
            </a:r>
          </a:p>
        </p:txBody>
      </p:sp>
      <p:pic>
        <p:nvPicPr>
          <p:cNvPr id="4" name="Imagen 3">
            <a:extLst>
              <a:ext uri="{FF2B5EF4-FFF2-40B4-BE49-F238E27FC236}">
                <a16:creationId xmlns:a16="http://schemas.microsoft.com/office/drawing/2014/main" id="{0B5D8AAB-7060-8AF2-2B39-FF14849D94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3109" y="2017336"/>
            <a:ext cx="6979930" cy="3106189"/>
          </a:xfrm>
          <a:prstGeom prst="rect">
            <a:avLst/>
          </a:prstGeom>
        </p:spPr>
      </p:pic>
      <p:pic>
        <p:nvPicPr>
          <p:cNvPr id="5" name="Imagen 4" descr="Diagrama&#10;&#10;Descripción generada automáticamente">
            <a:extLst>
              <a:ext uri="{FF2B5EF4-FFF2-40B4-BE49-F238E27FC236}">
                <a16:creationId xmlns:a16="http://schemas.microsoft.com/office/drawing/2014/main" id="{0D1F59EF-3F5A-DB27-EE82-B74D670DCD1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000" t="977" r="4750" b="2734"/>
          <a:stretch/>
        </p:blipFill>
        <p:spPr>
          <a:xfrm>
            <a:off x="8746297" y="1649156"/>
            <a:ext cx="2695302" cy="3559687"/>
          </a:xfrm>
          <a:prstGeom prst="rect">
            <a:avLst/>
          </a:prstGeom>
          <a:ln w="6350">
            <a:solidFill>
              <a:schemeClr val="bg1"/>
            </a:solidFill>
          </a:ln>
        </p:spPr>
      </p:pic>
      <p:sp>
        <p:nvSpPr>
          <p:cNvPr id="6" name="Rectángulo 5">
            <a:extLst>
              <a:ext uri="{FF2B5EF4-FFF2-40B4-BE49-F238E27FC236}">
                <a16:creationId xmlns:a16="http://schemas.microsoft.com/office/drawing/2014/main" id="{EDFA398E-1CA3-E85D-DABC-F9D89D700F0A}"/>
              </a:ext>
            </a:extLst>
          </p:cNvPr>
          <p:cNvSpPr/>
          <p:nvPr/>
        </p:nvSpPr>
        <p:spPr>
          <a:xfrm>
            <a:off x="5586953" y="2271859"/>
            <a:ext cx="911331" cy="15439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BA7C66D5-70DE-C674-5040-7407B49A9C3B}"/>
              </a:ext>
            </a:extLst>
          </p:cNvPr>
          <p:cNvSpPr/>
          <p:nvPr/>
        </p:nvSpPr>
        <p:spPr>
          <a:xfrm>
            <a:off x="8615894" y="1644866"/>
            <a:ext cx="911331" cy="15439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8023864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8CB76910-D62B-FEE0-E8F1-4C1B04AB24C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054285" y="405838"/>
            <a:ext cx="8373343" cy="469685"/>
          </a:xfrm>
        </p:spPr>
        <p:txBody>
          <a:bodyPr/>
          <a:lstStyle/>
          <a:p>
            <a:r>
              <a:rPr lang="es-CL" dirty="0"/>
              <a:t>En el capítulo anterior…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3357D226-3E1C-CCEF-CE12-A1757483A6C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995447" y="976146"/>
            <a:ext cx="5446152" cy="281800"/>
          </a:xfrm>
        </p:spPr>
        <p:txBody>
          <a:bodyPr>
            <a:noAutofit/>
          </a:bodyPr>
          <a:lstStyle/>
          <a:p>
            <a:r>
              <a:rPr lang="es-CL" sz="1600" dirty="0"/>
              <a:t>¿Cuál es el problema que representa este diagrama?</a:t>
            </a:r>
          </a:p>
        </p:txBody>
      </p:sp>
      <p:sp>
        <p:nvSpPr>
          <p:cNvPr id="6" name="Rectángulo 5">
            <a:extLst>
              <a:ext uri="{FF2B5EF4-FFF2-40B4-BE49-F238E27FC236}">
                <a16:creationId xmlns:a16="http://schemas.microsoft.com/office/drawing/2014/main" id="{EDFA398E-1CA3-E85D-DABC-F9D89D700F0A}"/>
              </a:ext>
            </a:extLst>
          </p:cNvPr>
          <p:cNvSpPr/>
          <p:nvPr/>
        </p:nvSpPr>
        <p:spPr>
          <a:xfrm>
            <a:off x="5599522" y="2017336"/>
            <a:ext cx="911331" cy="15439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7" name="Rectángulo 6">
            <a:extLst>
              <a:ext uri="{FF2B5EF4-FFF2-40B4-BE49-F238E27FC236}">
                <a16:creationId xmlns:a16="http://schemas.microsoft.com/office/drawing/2014/main" id="{BA7C66D5-70DE-C674-5040-7407B49A9C3B}"/>
              </a:ext>
            </a:extLst>
          </p:cNvPr>
          <p:cNvSpPr/>
          <p:nvPr/>
        </p:nvSpPr>
        <p:spPr>
          <a:xfrm>
            <a:off x="9173852" y="2527663"/>
            <a:ext cx="911331" cy="15439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BC04E60B-AD67-8C83-CCFF-21DCE34601B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5000" t="65150"/>
          <a:stretch/>
        </p:blipFill>
        <p:spPr>
          <a:xfrm>
            <a:off x="986697" y="2171731"/>
            <a:ext cx="11048311" cy="3416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20330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5B68A13F-7B0B-4B42-0E11-B6970DE6104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s-CL"/>
              <a:t>Contenidos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914B708-B034-DE07-667B-0AA1F2B68EEB}"/>
              </a:ext>
            </a:extLst>
          </p:cNvPr>
          <p:cNvSpPr>
            <a:spLocks noGrp="1" noChangeArrowheads="1"/>
          </p:cNvSpPr>
          <p:nvPr>
            <p:ph type="body" sz="quarter" idx="14"/>
          </p:nvPr>
        </p:nvSpPr>
        <p:spPr bwMode="auto">
          <a:xfrm>
            <a:off x="654685" y="1298625"/>
            <a:ext cx="11270093" cy="33303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indent="-285750" defTabSz="91440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es-CL" altLang="es-CL" sz="1800" dirty="0">
                <a:latin typeface="Arial"/>
                <a:cs typeface="Arial"/>
              </a:rPr>
              <a:t>¿Qué es un Framework?.</a:t>
            </a:r>
            <a:endParaRPr lang="es-ES" dirty="0">
              <a:latin typeface="Arial"/>
              <a:cs typeface="Arial"/>
            </a:endParaRPr>
          </a:p>
          <a:p>
            <a:pPr marL="285750" indent="-285750" defTabSz="91440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es-CL" sz="1800" dirty="0">
                <a:latin typeface="Arial"/>
                <a:cs typeface="Arial"/>
              </a:rPr>
              <a:t>Características de un Framework.</a:t>
            </a:r>
            <a:endParaRPr lang="es-ES" dirty="0"/>
          </a:p>
          <a:p>
            <a:pPr marL="285750" indent="-285750" defTabSz="91440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es-CL" sz="1800" dirty="0">
                <a:latin typeface="Arial"/>
                <a:cs typeface="Arial"/>
              </a:rPr>
              <a:t>Ventajas y desventajas de utilizar un Framework.</a:t>
            </a:r>
            <a:endParaRPr lang="es-CL" sz="1800" dirty="0"/>
          </a:p>
          <a:p>
            <a:pPr marL="285750" indent="-285750" defTabSz="91440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es-CL" sz="1800" dirty="0">
                <a:latin typeface="Arial"/>
                <a:cs typeface="Arial"/>
              </a:rPr>
              <a:t>Tipos de </a:t>
            </a:r>
            <a:r>
              <a:rPr lang="es-CL" sz="1800" dirty="0" err="1">
                <a:latin typeface="Arial"/>
                <a:cs typeface="Arial"/>
              </a:rPr>
              <a:t>Frameworks</a:t>
            </a:r>
            <a:r>
              <a:rPr lang="es-CL" sz="1800" dirty="0">
                <a:latin typeface="Arial"/>
                <a:cs typeface="Arial"/>
              </a:rPr>
              <a:t>.</a:t>
            </a:r>
            <a:endParaRPr lang="es-CL" sz="1800" dirty="0" err="1"/>
          </a:p>
          <a:p>
            <a:pPr marL="285750" indent="-285750" defTabSz="91440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es-CL" sz="1800" dirty="0">
                <a:latin typeface="Arial"/>
                <a:cs typeface="Arial"/>
              </a:rPr>
              <a:t>Spring </a:t>
            </a:r>
            <a:r>
              <a:rPr lang="es-CL" sz="1800" dirty="0" err="1">
                <a:latin typeface="Arial"/>
                <a:cs typeface="Arial"/>
              </a:rPr>
              <a:t>Boot</a:t>
            </a:r>
            <a:r>
              <a:rPr lang="es-CL" sz="1800" dirty="0">
                <a:latin typeface="Arial"/>
                <a:cs typeface="Arial"/>
              </a:rPr>
              <a:t> y Maven.</a:t>
            </a:r>
          </a:p>
          <a:p>
            <a:pPr marL="285750" indent="-285750" defTabSz="91440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es-CL" sz="1800" dirty="0">
                <a:latin typeface="Arial"/>
                <a:cs typeface="Arial"/>
              </a:rPr>
              <a:t>Configuración para Microservicios con Spring </a:t>
            </a:r>
            <a:r>
              <a:rPr lang="es-CL" sz="1800" dirty="0" err="1">
                <a:latin typeface="Arial"/>
                <a:cs typeface="Arial"/>
              </a:rPr>
              <a:t>Boot</a:t>
            </a:r>
            <a:r>
              <a:rPr lang="es-CL" sz="1800" dirty="0">
                <a:latin typeface="Arial"/>
                <a:cs typeface="Arial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171067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F914B708-B034-DE07-667B-0AA1F2B68EEB}"/>
              </a:ext>
            </a:extLst>
          </p:cNvPr>
          <p:cNvSpPr>
            <a:spLocks noGrp="1" noChangeArrowheads="1"/>
          </p:cNvSpPr>
          <p:nvPr>
            <p:ph type="body" sz="quarter" idx="14"/>
          </p:nvPr>
        </p:nvSpPr>
        <p:spPr bwMode="auto">
          <a:xfrm>
            <a:off x="1132673" y="2058937"/>
            <a:ext cx="10239270" cy="215898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algn="just" defTabSz="9144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s-ES" sz="2400" i="1" dirty="0" smtClean="0">
                <a:solidFill>
                  <a:srgbClr val="000000"/>
                </a:solidFill>
                <a:highlight>
                  <a:srgbClr val="FFFFFF"/>
                </a:highlight>
                <a:latin typeface="Arial"/>
                <a:cs typeface="Arial"/>
              </a:rPr>
              <a:t>“Cualquier </a:t>
            </a:r>
            <a:r>
              <a:rPr lang="es-ES" sz="2400" b="1" i="1" dirty="0">
                <a:solidFill>
                  <a:srgbClr val="4E7CDD"/>
                </a:solidFill>
                <a:highlight>
                  <a:srgbClr val="FFFFFF"/>
                </a:highlight>
                <a:latin typeface="Arial"/>
                <a:cs typeface="Arial"/>
              </a:rPr>
              <a:t>código escrito</a:t>
            </a:r>
            <a:r>
              <a:rPr lang="es-ES" sz="2400" i="1" dirty="0">
                <a:solidFill>
                  <a:srgbClr val="000000"/>
                </a:solidFill>
                <a:highlight>
                  <a:srgbClr val="FFFFFF"/>
                </a:highlight>
                <a:latin typeface="Arial"/>
                <a:cs typeface="Arial"/>
              </a:rPr>
              <a:t> que no hayas mirado en los </a:t>
            </a:r>
            <a:r>
              <a:rPr lang="es-ES" sz="2400" b="1" i="1" dirty="0">
                <a:solidFill>
                  <a:srgbClr val="4E7CDD"/>
                </a:solidFill>
                <a:highlight>
                  <a:srgbClr val="FFFFFF"/>
                </a:highlight>
                <a:latin typeface="Arial"/>
                <a:cs typeface="Arial"/>
              </a:rPr>
              <a:t>últimos seis meses</a:t>
            </a:r>
            <a:r>
              <a:rPr lang="es-ES" sz="2400" i="1" dirty="0">
                <a:solidFill>
                  <a:srgbClr val="000000"/>
                </a:solidFill>
                <a:highlight>
                  <a:srgbClr val="FFFFFF"/>
                </a:highlight>
                <a:latin typeface="Arial"/>
                <a:cs typeface="Arial"/>
              </a:rPr>
              <a:t> bien podría haber sido </a:t>
            </a:r>
            <a:r>
              <a:rPr lang="es-ES" sz="2400" b="1" i="1" dirty="0">
                <a:solidFill>
                  <a:srgbClr val="4E7CDD"/>
                </a:solidFill>
                <a:highlight>
                  <a:srgbClr val="FFFFFF"/>
                </a:highlight>
                <a:latin typeface="Arial"/>
                <a:cs typeface="Arial"/>
              </a:rPr>
              <a:t>escrito por otra </a:t>
            </a:r>
            <a:r>
              <a:rPr lang="es-ES" sz="2400" b="1" i="1" dirty="0" smtClean="0">
                <a:solidFill>
                  <a:srgbClr val="4E7CDD"/>
                </a:solidFill>
                <a:highlight>
                  <a:srgbClr val="FFFFFF"/>
                </a:highlight>
                <a:latin typeface="Arial"/>
                <a:cs typeface="Arial"/>
              </a:rPr>
              <a:t>persona”</a:t>
            </a:r>
            <a:endParaRPr lang="es-ES" sz="2400" i="1" dirty="0">
              <a:solidFill>
                <a:srgbClr val="000000"/>
              </a:solidFill>
              <a:highlight>
                <a:srgbClr val="FFFFFF"/>
              </a:highlight>
            </a:endParaRPr>
          </a:p>
          <a:p>
            <a:pPr marL="0" indent="0" algn="just" defTabSz="9144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endParaRPr lang="es-ES" sz="2400" b="1" dirty="0">
              <a:solidFill>
                <a:srgbClr val="4E7CDD"/>
              </a:solidFill>
              <a:highlight>
                <a:srgbClr val="FFFFFF"/>
              </a:highlight>
              <a:latin typeface="Arial"/>
              <a:cs typeface="Arial"/>
            </a:endParaRPr>
          </a:p>
          <a:p>
            <a:pPr marL="0" indent="0" algn="r" defTabSz="9144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s-ES" sz="2000" i="1" dirty="0">
                <a:solidFill>
                  <a:srgbClr val="000000"/>
                </a:solidFill>
                <a:highlight>
                  <a:srgbClr val="FFFFFF"/>
                </a:highlight>
                <a:latin typeface="Arial"/>
                <a:cs typeface="Arial"/>
              </a:rPr>
              <a:t>- Ley de programación de </a:t>
            </a:r>
            <a:r>
              <a:rPr lang="es-ES" sz="2000" i="1" dirty="0" err="1">
                <a:solidFill>
                  <a:srgbClr val="000000"/>
                </a:solidFill>
                <a:highlight>
                  <a:srgbClr val="FFFFFF"/>
                </a:highlight>
                <a:latin typeface="Arial"/>
                <a:cs typeface="Arial"/>
              </a:rPr>
              <a:t>Eagleson</a:t>
            </a:r>
            <a:endParaRPr lang="es-ES" sz="2000" i="1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734551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0FBB4C7-D01B-3BCB-C12A-831C929142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78872" y="2752716"/>
            <a:ext cx="3807912" cy="1627331"/>
          </a:xfrm>
        </p:spPr>
        <p:txBody>
          <a:bodyPr>
            <a:normAutofit/>
          </a:bodyPr>
          <a:lstStyle/>
          <a:p>
            <a:r>
              <a:rPr lang="es-CL">
                <a:latin typeface="Arial"/>
                <a:cs typeface="Arial"/>
              </a:rPr>
              <a:t>Framework</a:t>
            </a:r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1861854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5B68A13F-7B0B-4B42-0E11-B6970DE6104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54685" y="551041"/>
            <a:ext cx="11004409" cy="469685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227965" indent="-227965"/>
            <a:r>
              <a:rPr lang="es-CL">
                <a:solidFill>
                  <a:srgbClr val="000000"/>
                </a:solidFill>
                <a:latin typeface="Arial"/>
                <a:cs typeface="Arial"/>
              </a:rPr>
              <a:t>Framework</a:t>
            </a:r>
            <a:endParaRPr lang="es-CL">
              <a:latin typeface="Arial"/>
              <a:cs typeface="Arial"/>
            </a:endParaRPr>
          </a:p>
          <a:p>
            <a:pPr marL="227965" indent="-227965"/>
            <a:endParaRPr lang="es-CL"/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12D4547D-739E-84EA-E267-B5FF1CD5FC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3398" y="1293880"/>
            <a:ext cx="10752621" cy="21185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>
            <a:defPPr>
              <a:defRPr lang="es-CL"/>
            </a:defPPr>
            <a:lvl1pPr marL="0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defTabSz="914400">
              <a:lnSpc>
                <a:spcPct val="150000"/>
              </a:lnSpc>
            </a:pPr>
            <a:r>
              <a:rPr lang="es-ES">
                <a:latin typeface="Arial"/>
                <a:ea typeface="+mn-lt"/>
                <a:cs typeface="Arial"/>
              </a:rPr>
              <a:t>Es una plataforma de software diseñada para simplificar el </a:t>
            </a:r>
            <a:r>
              <a:rPr lang="es-ES" b="1">
                <a:solidFill>
                  <a:srgbClr val="4E7CDD"/>
                </a:solidFill>
                <a:latin typeface="Arial"/>
                <a:ea typeface="+mn-lt"/>
                <a:cs typeface="Arial"/>
              </a:rPr>
              <a:t>desarrollo de aplicaciones y servicios</a:t>
            </a:r>
            <a:r>
              <a:rPr lang="es-ES" sz="1800">
                <a:latin typeface="Arial"/>
                <a:ea typeface="+mn-lt"/>
                <a:cs typeface="Arial"/>
              </a:rPr>
              <a:t>.</a:t>
            </a:r>
            <a:r>
              <a:rPr lang="es-ES">
                <a:latin typeface="Arial"/>
                <a:ea typeface="+mn-lt"/>
                <a:cs typeface="Arial"/>
              </a:rPr>
              <a:t> Proporciona una estructura predefinida y un conjunto de </a:t>
            </a:r>
            <a:r>
              <a:rPr lang="es-ES" b="1">
                <a:solidFill>
                  <a:srgbClr val="4E7CDD"/>
                </a:solidFill>
                <a:latin typeface="Arial"/>
                <a:ea typeface="+mn-lt"/>
                <a:cs typeface="Arial"/>
              </a:rPr>
              <a:t>herramientas</a:t>
            </a:r>
            <a:r>
              <a:rPr lang="es-ES">
                <a:latin typeface="Arial"/>
                <a:ea typeface="+mn-lt"/>
                <a:cs typeface="Arial"/>
              </a:rPr>
              <a:t>, </a:t>
            </a:r>
            <a:r>
              <a:rPr lang="es-ES" b="1">
                <a:solidFill>
                  <a:srgbClr val="4E7CDD"/>
                </a:solidFill>
                <a:latin typeface="Arial"/>
                <a:ea typeface="+mn-lt"/>
                <a:cs typeface="Arial"/>
              </a:rPr>
              <a:t>bibliotecas </a:t>
            </a:r>
            <a:r>
              <a:rPr lang="es-ES">
                <a:latin typeface="Arial"/>
                <a:ea typeface="+mn-lt"/>
                <a:cs typeface="Arial"/>
              </a:rPr>
              <a:t>y </a:t>
            </a:r>
            <a:r>
              <a:rPr lang="es-ES" b="1">
                <a:solidFill>
                  <a:srgbClr val="4E7CDD"/>
                </a:solidFill>
                <a:latin typeface="Arial"/>
                <a:ea typeface="+mn-lt"/>
                <a:cs typeface="Arial"/>
              </a:rPr>
              <a:t>mejores prácticas</a:t>
            </a:r>
            <a:r>
              <a:rPr lang="es-ES">
                <a:latin typeface="Arial"/>
                <a:ea typeface="+mn-lt"/>
                <a:cs typeface="Arial"/>
              </a:rPr>
              <a:t> que los desarrolladores pueden utilizar para construir aplicaciones de manera más </a:t>
            </a:r>
            <a:r>
              <a:rPr lang="es-ES" b="1">
                <a:solidFill>
                  <a:srgbClr val="4E7CDD"/>
                </a:solidFill>
                <a:latin typeface="Arial"/>
                <a:ea typeface="+mn-lt"/>
                <a:cs typeface="Arial"/>
              </a:rPr>
              <a:t>eficiente </a:t>
            </a:r>
            <a:r>
              <a:rPr lang="es-ES">
                <a:latin typeface="Arial"/>
                <a:ea typeface="+mn-lt"/>
                <a:cs typeface="Arial"/>
              </a:rPr>
              <a:t>y </a:t>
            </a:r>
            <a:r>
              <a:rPr lang="es-ES" b="1">
                <a:solidFill>
                  <a:srgbClr val="4E7CDD"/>
                </a:solidFill>
                <a:latin typeface="Arial"/>
                <a:ea typeface="+mn-lt"/>
                <a:cs typeface="Arial"/>
              </a:rPr>
              <a:t>consistente</a:t>
            </a:r>
            <a:r>
              <a:rPr lang="es-ES">
                <a:latin typeface="Arial"/>
                <a:ea typeface="+mn-lt"/>
                <a:cs typeface="Arial"/>
              </a:rPr>
              <a:t>.</a:t>
            </a:r>
            <a:endParaRPr lang="es-ES"/>
          </a:p>
          <a:p>
            <a:pPr algn="just" defTabSz="9144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es-ES">
              <a:latin typeface="Arial"/>
              <a:cs typeface="Arial"/>
            </a:endParaRPr>
          </a:p>
        </p:txBody>
      </p:sp>
      <p:pic>
        <p:nvPicPr>
          <p:cNvPr id="3" name="Imagen 2" descr="Icono&#10;&#10;Descripción generada automáticamente">
            <a:extLst>
              <a:ext uri="{FF2B5EF4-FFF2-40B4-BE49-F238E27FC236}">
                <a16:creationId xmlns:a16="http://schemas.microsoft.com/office/drawing/2014/main" id="{B0C2BE73-ABA6-467F-6FBC-E3BA6270B9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7727" y="3026386"/>
            <a:ext cx="2998177" cy="3009168"/>
          </a:xfrm>
          <a:prstGeom prst="rect">
            <a:avLst/>
          </a:prstGeom>
          <a:ln w="38100" cap="sq">
            <a:solidFill>
              <a:schemeClr val="bg1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0625A091-B97F-3BD0-BC7A-213F971802EF}"/>
              </a:ext>
            </a:extLst>
          </p:cNvPr>
          <p:cNvSpPr/>
          <p:nvPr/>
        </p:nvSpPr>
        <p:spPr>
          <a:xfrm>
            <a:off x="2186698" y="3434634"/>
            <a:ext cx="1730828" cy="761999"/>
          </a:xfrm>
          <a:prstGeom prst="round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s-ES" sz="1600" b="1">
                <a:latin typeface="Montserrat"/>
              </a:rPr>
              <a:t>Herramientas</a:t>
            </a:r>
            <a:endParaRPr lang="es-ES" b="1"/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A1DE52B8-79F2-4D0D-5338-F8B7D55689E4}"/>
              </a:ext>
            </a:extLst>
          </p:cNvPr>
          <p:cNvSpPr/>
          <p:nvPr/>
        </p:nvSpPr>
        <p:spPr>
          <a:xfrm>
            <a:off x="2186696" y="4313863"/>
            <a:ext cx="1730828" cy="761999"/>
          </a:xfrm>
          <a:prstGeom prst="round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s-ES" sz="1600" b="1">
                <a:latin typeface="Montserrat"/>
              </a:rPr>
              <a:t>Bibliotecas</a:t>
            </a:r>
            <a:endParaRPr lang="es-ES"/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5089C089-AAFA-85B3-7CB6-C148F82908BC}"/>
              </a:ext>
            </a:extLst>
          </p:cNvPr>
          <p:cNvSpPr/>
          <p:nvPr/>
        </p:nvSpPr>
        <p:spPr>
          <a:xfrm>
            <a:off x="2186695" y="5193093"/>
            <a:ext cx="1730828" cy="761999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s-ES" sz="1600" b="1">
                <a:latin typeface="Montserrat"/>
              </a:rPr>
              <a:t>Mejores </a:t>
            </a:r>
            <a:endParaRPr lang="es-ES" b="1">
              <a:latin typeface="Aptos" panose="02110004020202020204"/>
            </a:endParaRPr>
          </a:p>
          <a:p>
            <a:pPr algn="ctr"/>
            <a:r>
              <a:rPr lang="es-ES" sz="1600" b="1">
                <a:latin typeface="Montserrat"/>
              </a:rPr>
              <a:t>prácticas</a:t>
            </a:r>
            <a:endParaRPr lang="es-ES" b="1"/>
          </a:p>
        </p:txBody>
      </p:sp>
      <p:cxnSp>
        <p:nvCxnSpPr>
          <p:cNvPr id="10" name="Conector recto de flecha 9">
            <a:extLst>
              <a:ext uri="{FF2B5EF4-FFF2-40B4-BE49-F238E27FC236}">
                <a16:creationId xmlns:a16="http://schemas.microsoft.com/office/drawing/2014/main" id="{82F514B1-4685-EF43-7DCA-4577F29ED959}"/>
              </a:ext>
            </a:extLst>
          </p:cNvPr>
          <p:cNvCxnSpPr/>
          <p:nvPr/>
        </p:nvCxnSpPr>
        <p:spPr>
          <a:xfrm flipV="1">
            <a:off x="3919828" y="4729026"/>
            <a:ext cx="3301587" cy="8878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Conector recto de flecha 10">
            <a:extLst>
              <a:ext uri="{FF2B5EF4-FFF2-40B4-BE49-F238E27FC236}">
                <a16:creationId xmlns:a16="http://schemas.microsoft.com/office/drawing/2014/main" id="{39E75915-66C5-1671-C844-862E8E854154}"/>
              </a:ext>
            </a:extLst>
          </p:cNvPr>
          <p:cNvCxnSpPr>
            <a:cxnSpLocks/>
          </p:cNvCxnSpPr>
          <p:nvPr/>
        </p:nvCxnSpPr>
        <p:spPr>
          <a:xfrm flipV="1">
            <a:off x="3915508" y="4577243"/>
            <a:ext cx="3309609" cy="1326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Conector recto de flecha 11">
            <a:extLst>
              <a:ext uri="{FF2B5EF4-FFF2-40B4-BE49-F238E27FC236}">
                <a16:creationId xmlns:a16="http://schemas.microsoft.com/office/drawing/2014/main" id="{7A1AF731-8B3B-1958-825B-F25EE21BDB9A}"/>
              </a:ext>
            </a:extLst>
          </p:cNvPr>
          <p:cNvCxnSpPr>
            <a:cxnSpLocks/>
          </p:cNvCxnSpPr>
          <p:nvPr/>
        </p:nvCxnSpPr>
        <p:spPr>
          <a:xfrm>
            <a:off x="3919827" y="3780074"/>
            <a:ext cx="3301588" cy="6441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2117964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5B68A13F-7B0B-4B42-0E11-B6970DE6104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54685" y="551041"/>
            <a:ext cx="11004409" cy="469685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227965" indent="-227965"/>
            <a:r>
              <a:rPr lang="es-CL">
                <a:solidFill>
                  <a:srgbClr val="000000"/>
                </a:solidFill>
                <a:latin typeface="Arial"/>
                <a:cs typeface="Arial"/>
              </a:rPr>
              <a:t>Framework</a:t>
            </a:r>
            <a:endParaRPr lang="es-CL">
              <a:latin typeface="Arial"/>
              <a:cs typeface="Arial"/>
            </a:endParaRPr>
          </a:p>
          <a:p>
            <a:pPr marL="227965" indent="-227965"/>
            <a:endParaRPr lang="es-CL"/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12D4547D-739E-84EA-E267-B5FF1CD5FC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3398" y="1293880"/>
            <a:ext cx="10752621" cy="21185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>
            <a:defPPr>
              <a:defRPr lang="es-CL"/>
            </a:defPPr>
            <a:lvl1pPr marL="0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defTabSz="914400">
              <a:lnSpc>
                <a:spcPct val="150000"/>
              </a:lnSpc>
            </a:pPr>
            <a:r>
              <a:rPr lang="es-ES">
                <a:latin typeface="Arial"/>
                <a:ea typeface="+mn-lt"/>
                <a:cs typeface="Arial"/>
              </a:rPr>
              <a:t>Es una plataforma de software diseñada para simplificar el </a:t>
            </a:r>
            <a:r>
              <a:rPr lang="es-ES" b="1">
                <a:solidFill>
                  <a:srgbClr val="4E7CDD"/>
                </a:solidFill>
                <a:latin typeface="Arial"/>
                <a:ea typeface="+mn-lt"/>
                <a:cs typeface="Arial"/>
              </a:rPr>
              <a:t>desarrollo de aplicaciones y servicios</a:t>
            </a:r>
            <a:r>
              <a:rPr lang="es-ES" sz="1800">
                <a:latin typeface="Arial"/>
                <a:ea typeface="+mn-lt"/>
                <a:cs typeface="Arial"/>
              </a:rPr>
              <a:t>.</a:t>
            </a:r>
            <a:r>
              <a:rPr lang="es-ES">
                <a:latin typeface="Arial"/>
                <a:ea typeface="+mn-lt"/>
                <a:cs typeface="Arial"/>
              </a:rPr>
              <a:t> Proporciona una estructura predefinida y un conjunto de </a:t>
            </a:r>
            <a:r>
              <a:rPr lang="es-ES" b="1">
                <a:solidFill>
                  <a:srgbClr val="4E7CDD"/>
                </a:solidFill>
                <a:latin typeface="Arial"/>
                <a:ea typeface="+mn-lt"/>
                <a:cs typeface="Arial"/>
              </a:rPr>
              <a:t>herramientas</a:t>
            </a:r>
            <a:r>
              <a:rPr lang="es-ES">
                <a:latin typeface="Arial"/>
                <a:ea typeface="+mn-lt"/>
                <a:cs typeface="Arial"/>
              </a:rPr>
              <a:t>, </a:t>
            </a:r>
            <a:r>
              <a:rPr lang="es-ES" b="1">
                <a:solidFill>
                  <a:srgbClr val="4E7CDD"/>
                </a:solidFill>
                <a:latin typeface="Arial"/>
                <a:ea typeface="+mn-lt"/>
                <a:cs typeface="Arial"/>
              </a:rPr>
              <a:t>bibliotecas </a:t>
            </a:r>
            <a:r>
              <a:rPr lang="es-ES">
                <a:latin typeface="Arial"/>
                <a:ea typeface="+mn-lt"/>
                <a:cs typeface="Arial"/>
              </a:rPr>
              <a:t>y </a:t>
            </a:r>
            <a:r>
              <a:rPr lang="es-ES" b="1">
                <a:solidFill>
                  <a:srgbClr val="4E7CDD"/>
                </a:solidFill>
                <a:latin typeface="Arial"/>
                <a:ea typeface="+mn-lt"/>
                <a:cs typeface="Arial"/>
              </a:rPr>
              <a:t>mejores prácticas</a:t>
            </a:r>
            <a:r>
              <a:rPr lang="es-ES">
                <a:latin typeface="Arial"/>
                <a:ea typeface="+mn-lt"/>
                <a:cs typeface="Arial"/>
              </a:rPr>
              <a:t> que los desarrolladores pueden utilizar para construir aplicaciones de manera más </a:t>
            </a:r>
            <a:r>
              <a:rPr lang="es-ES" b="1">
                <a:solidFill>
                  <a:srgbClr val="4E7CDD"/>
                </a:solidFill>
                <a:latin typeface="Arial"/>
                <a:ea typeface="+mn-lt"/>
                <a:cs typeface="Arial"/>
              </a:rPr>
              <a:t>eficiente </a:t>
            </a:r>
            <a:r>
              <a:rPr lang="es-ES">
                <a:latin typeface="Arial"/>
                <a:ea typeface="+mn-lt"/>
                <a:cs typeface="Arial"/>
              </a:rPr>
              <a:t>y </a:t>
            </a:r>
            <a:r>
              <a:rPr lang="es-ES" b="1">
                <a:solidFill>
                  <a:srgbClr val="4E7CDD"/>
                </a:solidFill>
                <a:latin typeface="Arial"/>
                <a:ea typeface="+mn-lt"/>
                <a:cs typeface="Arial"/>
              </a:rPr>
              <a:t>consistente</a:t>
            </a:r>
            <a:r>
              <a:rPr lang="es-ES">
                <a:latin typeface="Arial"/>
                <a:ea typeface="+mn-lt"/>
                <a:cs typeface="Arial"/>
              </a:rPr>
              <a:t>.</a:t>
            </a:r>
            <a:endParaRPr lang="es-ES"/>
          </a:p>
          <a:p>
            <a:pPr algn="just" defTabSz="9144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es-ES">
              <a:latin typeface="Arial"/>
              <a:cs typeface="Arial"/>
            </a:endParaRPr>
          </a:p>
        </p:txBody>
      </p:sp>
      <p:pic>
        <p:nvPicPr>
          <p:cNvPr id="3" name="Imagen 2" descr="Icono&#10;&#10;Descripción generada automáticamente">
            <a:extLst>
              <a:ext uri="{FF2B5EF4-FFF2-40B4-BE49-F238E27FC236}">
                <a16:creationId xmlns:a16="http://schemas.microsoft.com/office/drawing/2014/main" id="{B0C2BE73-ABA6-467F-6FBC-E3BA6270B9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7727" y="3026386"/>
            <a:ext cx="2998177" cy="3009168"/>
          </a:xfrm>
          <a:prstGeom prst="rect">
            <a:avLst/>
          </a:prstGeom>
          <a:ln w="38100" cap="sq">
            <a:solidFill>
              <a:schemeClr val="bg1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0625A091-B97F-3BD0-BC7A-213F971802EF}"/>
              </a:ext>
            </a:extLst>
          </p:cNvPr>
          <p:cNvSpPr/>
          <p:nvPr/>
        </p:nvSpPr>
        <p:spPr>
          <a:xfrm>
            <a:off x="2186698" y="3434634"/>
            <a:ext cx="1730828" cy="761999"/>
          </a:xfrm>
          <a:prstGeom prst="round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s-ES" sz="1600" b="1">
                <a:latin typeface="Montserrat"/>
              </a:rPr>
              <a:t>Herramientas</a:t>
            </a:r>
            <a:endParaRPr lang="es-ES" b="1"/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A1DE52B8-79F2-4D0D-5338-F8B7D55689E4}"/>
              </a:ext>
            </a:extLst>
          </p:cNvPr>
          <p:cNvSpPr/>
          <p:nvPr/>
        </p:nvSpPr>
        <p:spPr>
          <a:xfrm>
            <a:off x="2186696" y="4313863"/>
            <a:ext cx="1730828" cy="761999"/>
          </a:xfrm>
          <a:prstGeom prst="roundRect">
            <a:avLst/>
          </a:prstGeom>
        </p:spPr>
        <p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s-ES" sz="1600" b="1">
                <a:latin typeface="Montserrat"/>
              </a:rPr>
              <a:t>Bibliotecas</a:t>
            </a:r>
            <a:endParaRPr lang="es-ES"/>
          </a:p>
        </p:txBody>
      </p:sp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5089C089-AAFA-85B3-7CB6-C148F82908BC}"/>
              </a:ext>
            </a:extLst>
          </p:cNvPr>
          <p:cNvSpPr/>
          <p:nvPr/>
        </p:nvSpPr>
        <p:spPr>
          <a:xfrm>
            <a:off x="2186695" y="5193093"/>
            <a:ext cx="1730828" cy="761999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es-ES" sz="1600" b="1">
                <a:latin typeface="Montserrat"/>
              </a:rPr>
              <a:t>Mejores </a:t>
            </a:r>
            <a:endParaRPr lang="es-ES" b="1">
              <a:latin typeface="Aptos" panose="02110004020202020204"/>
            </a:endParaRPr>
          </a:p>
          <a:p>
            <a:pPr algn="ctr"/>
            <a:r>
              <a:rPr lang="es-ES" sz="1600" b="1">
                <a:latin typeface="Montserrat"/>
              </a:rPr>
              <a:t>prácticas</a:t>
            </a:r>
            <a:endParaRPr lang="es-ES" b="1"/>
          </a:p>
        </p:txBody>
      </p:sp>
      <p:pic>
        <p:nvPicPr>
          <p:cNvPr id="15" name="Imagen 14" descr="Forma, Rectángulo">
            <a:extLst>
              <a:ext uri="{FF2B5EF4-FFF2-40B4-BE49-F238E27FC236}">
                <a16:creationId xmlns:a16="http://schemas.microsoft.com/office/drawing/2014/main" id="{55C75971-2E36-4745-ED1D-ECB98805D3F0}"/>
              </a:ext>
            </a:extLst>
          </p:cNvPr>
          <p:cNvPicPr>
            <a:picLocks noChangeAspect="1"/>
          </p:cNvPicPr>
          <p:nvPr/>
        </p:nvPicPr>
        <p:blipFill>
          <a:blip r:embed="rId4">
            <a:alphaModFix amt="25000"/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188000"/>
                    </a14:imgEffect>
                    <a14:imgEffect>
                      <a14:brightnessContrast bright="-17000" contrast="-6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576"/>
            <a:ext cx="12192001" cy="6857297"/>
          </a:xfrm>
          <a:prstGeom prst="rect">
            <a:avLst/>
          </a:prstGeom>
          <a:ln>
            <a:solidFill>
              <a:schemeClr val="bg1"/>
            </a:solidFill>
          </a:ln>
        </p:spPr>
      </p:pic>
      <p:cxnSp>
        <p:nvCxnSpPr>
          <p:cNvPr id="10" name="Conector recto de flecha 9">
            <a:extLst>
              <a:ext uri="{FF2B5EF4-FFF2-40B4-BE49-F238E27FC236}">
                <a16:creationId xmlns:a16="http://schemas.microsoft.com/office/drawing/2014/main" id="{82F514B1-4685-EF43-7DCA-4577F29ED959}"/>
              </a:ext>
            </a:extLst>
          </p:cNvPr>
          <p:cNvCxnSpPr/>
          <p:nvPr/>
        </p:nvCxnSpPr>
        <p:spPr>
          <a:xfrm flipV="1">
            <a:off x="3919828" y="4729026"/>
            <a:ext cx="3301587" cy="88786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Conector recto de flecha 10">
            <a:extLst>
              <a:ext uri="{FF2B5EF4-FFF2-40B4-BE49-F238E27FC236}">
                <a16:creationId xmlns:a16="http://schemas.microsoft.com/office/drawing/2014/main" id="{39E75915-66C5-1671-C844-862E8E854154}"/>
              </a:ext>
            </a:extLst>
          </p:cNvPr>
          <p:cNvCxnSpPr>
            <a:cxnSpLocks/>
          </p:cNvCxnSpPr>
          <p:nvPr/>
        </p:nvCxnSpPr>
        <p:spPr>
          <a:xfrm flipV="1">
            <a:off x="3915508" y="4577243"/>
            <a:ext cx="3309609" cy="13265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Conector recto de flecha 11">
            <a:extLst>
              <a:ext uri="{FF2B5EF4-FFF2-40B4-BE49-F238E27FC236}">
                <a16:creationId xmlns:a16="http://schemas.microsoft.com/office/drawing/2014/main" id="{7A1AF731-8B3B-1958-825B-F25EE21BDB9A}"/>
              </a:ext>
            </a:extLst>
          </p:cNvPr>
          <p:cNvCxnSpPr>
            <a:cxnSpLocks/>
          </p:cNvCxnSpPr>
          <p:nvPr/>
        </p:nvCxnSpPr>
        <p:spPr>
          <a:xfrm>
            <a:off x="3919827" y="3780074"/>
            <a:ext cx="3301588" cy="6441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Rectángulo: esquinas redondeadas 15">
            <a:extLst>
              <a:ext uri="{FF2B5EF4-FFF2-40B4-BE49-F238E27FC236}">
                <a16:creationId xmlns:a16="http://schemas.microsoft.com/office/drawing/2014/main" id="{6DCC5BD6-3EA6-49BE-459F-2079232464C8}"/>
              </a:ext>
            </a:extLst>
          </p:cNvPr>
          <p:cNvSpPr/>
          <p:nvPr/>
        </p:nvSpPr>
        <p:spPr>
          <a:xfrm>
            <a:off x="2719551" y="1918137"/>
            <a:ext cx="7291552" cy="3586655"/>
          </a:xfrm>
          <a:prstGeom prst="roundRect">
            <a:avLst/>
          </a:prstGeom>
          <a:solidFill>
            <a:srgbClr val="4E7CD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7" name="Rectangle 1">
            <a:extLst>
              <a:ext uri="{FF2B5EF4-FFF2-40B4-BE49-F238E27FC236}">
                <a16:creationId xmlns:a16="http://schemas.microsoft.com/office/drawing/2014/main" id="{50EDBEAC-DEA4-5772-0820-9CDC2C0317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53901" y="2034349"/>
            <a:ext cx="6626064" cy="32594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defPPr>
              <a:defRPr lang="es-CL"/>
            </a:defPPr>
            <a:lvl1pPr marL="0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400">
              <a:lnSpc>
                <a:spcPct val="150000"/>
              </a:lnSpc>
            </a:pPr>
            <a:r>
              <a:rPr lang="es-ES" sz="2800" b="1" dirty="0">
                <a:solidFill>
                  <a:schemeClr val="bg1"/>
                </a:solidFill>
                <a:latin typeface="Montserrat"/>
                <a:cs typeface="Arial"/>
              </a:rPr>
              <a:t>Bibliotecas</a:t>
            </a:r>
            <a:endParaRPr lang="es-ES" sz="2800" dirty="0">
              <a:solidFill>
                <a:schemeClr val="bg1"/>
              </a:solidFill>
              <a:latin typeface="Aptos" panose="02110004020202020204"/>
              <a:cs typeface="Arial"/>
            </a:endParaRPr>
          </a:p>
          <a:p>
            <a:pPr marL="0" indent="0" algn="ctr" defTabSz="914400">
              <a:lnSpc>
                <a:spcPct val="150000"/>
              </a:lnSpc>
              <a:buNone/>
            </a:pPr>
            <a:r>
              <a:rPr lang="es-ES" sz="2800" dirty="0">
                <a:solidFill>
                  <a:schemeClr val="bg1"/>
                </a:solidFill>
                <a:latin typeface="Montserrat"/>
                <a:cs typeface="Arial"/>
              </a:rPr>
              <a:t>Son piezas de códigos (como funciones, por ejemplo) que ya han sido programadas y que se pueden usar en otro código. </a:t>
            </a:r>
            <a:endParaRPr lang="es-ES" sz="28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300226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ángulo: esquinas redondeadas 8">
            <a:extLst>
              <a:ext uri="{FF2B5EF4-FFF2-40B4-BE49-F238E27FC236}">
                <a16:creationId xmlns:a16="http://schemas.microsoft.com/office/drawing/2014/main" id="{669E80AC-94A1-387C-9100-6D75B4654A93}"/>
              </a:ext>
            </a:extLst>
          </p:cNvPr>
          <p:cNvSpPr/>
          <p:nvPr/>
        </p:nvSpPr>
        <p:spPr>
          <a:xfrm>
            <a:off x="549088" y="3709146"/>
            <a:ext cx="3854823" cy="2330822"/>
          </a:xfrm>
          <a:prstGeom prst="roundRect">
            <a:avLst/>
          </a:prstGeom>
          <a:solidFill>
            <a:srgbClr val="5A5A4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7" name="Rectángulo: esquinas redondeadas 6">
            <a:extLst>
              <a:ext uri="{FF2B5EF4-FFF2-40B4-BE49-F238E27FC236}">
                <a16:creationId xmlns:a16="http://schemas.microsoft.com/office/drawing/2014/main" id="{019A0A62-C958-30A2-357B-A3735AAB776C}"/>
              </a:ext>
            </a:extLst>
          </p:cNvPr>
          <p:cNvSpPr/>
          <p:nvPr/>
        </p:nvSpPr>
        <p:spPr>
          <a:xfrm>
            <a:off x="7776882" y="1120588"/>
            <a:ext cx="3843618" cy="2319617"/>
          </a:xfrm>
          <a:prstGeom prst="roundRect">
            <a:avLst/>
          </a:prstGeom>
          <a:solidFill>
            <a:srgbClr val="EE762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2B55CE67-0C88-68FD-9580-62020DBF1AE7}"/>
              </a:ext>
            </a:extLst>
          </p:cNvPr>
          <p:cNvSpPr/>
          <p:nvPr/>
        </p:nvSpPr>
        <p:spPr>
          <a:xfrm>
            <a:off x="7788088" y="3709147"/>
            <a:ext cx="3910853" cy="2330822"/>
          </a:xfrm>
          <a:prstGeom prst="roundRect">
            <a:avLst/>
          </a:prstGeom>
          <a:solidFill>
            <a:srgbClr val="F9B71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98BE498B-A2AE-7237-44FB-764D55048AA0}"/>
              </a:ext>
            </a:extLst>
          </p:cNvPr>
          <p:cNvSpPr/>
          <p:nvPr/>
        </p:nvSpPr>
        <p:spPr>
          <a:xfrm>
            <a:off x="549088" y="1120590"/>
            <a:ext cx="3854824" cy="2319613"/>
          </a:xfrm>
          <a:prstGeom prst="roundRect">
            <a:avLst/>
          </a:prstGeom>
          <a:solidFill>
            <a:srgbClr val="4E7CD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2" name="Object 4">
            <a:extLst>
              <a:ext uri="{FF2B5EF4-FFF2-40B4-BE49-F238E27FC236}">
                <a16:creationId xmlns:a16="http://schemas.microsoft.com/office/drawing/2014/main" id="{0A9AA5FD-277A-9DD5-4EAD-3934A8546CBF}"/>
              </a:ext>
            </a:extLst>
          </p:cNvPr>
          <p:cNvSpPr/>
          <p:nvPr/>
        </p:nvSpPr>
        <p:spPr>
          <a:xfrm>
            <a:off x="726627" y="1843067"/>
            <a:ext cx="3524220" cy="823046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just"/>
            <a:r>
              <a:rPr lang="es-ES" sz="1400" dirty="0">
                <a:solidFill>
                  <a:schemeClr val="bg1"/>
                </a:solidFill>
                <a:latin typeface="Montserrat"/>
                <a:ea typeface="+mn-lt"/>
                <a:cs typeface="+mn-lt"/>
              </a:rPr>
              <a:t>Los frameworks proporcionan una arquitectura base para el desarrollo de aplicaciones, lo que permite a los desarrolladores seguir un </a:t>
            </a:r>
            <a:r>
              <a:rPr lang="es-ES" sz="1400" dirty="0">
                <a:solidFill>
                  <a:schemeClr val="bg1"/>
                </a:solidFill>
                <a:latin typeface="Montserrat"/>
              </a:rPr>
              <a:t>patrón establecido </a:t>
            </a:r>
            <a:r>
              <a:rPr lang="es-ES" sz="1400" dirty="0">
                <a:solidFill>
                  <a:schemeClr val="bg1"/>
                </a:solidFill>
                <a:latin typeface="Montserrat"/>
                <a:ea typeface="+mn-lt"/>
                <a:cs typeface="+mn-lt"/>
              </a:rPr>
              <a:t>y </a:t>
            </a:r>
            <a:r>
              <a:rPr lang="es-ES" sz="1400" dirty="0">
                <a:solidFill>
                  <a:schemeClr val="bg1"/>
                </a:solidFill>
                <a:latin typeface="Montserrat"/>
              </a:rPr>
              <a:t>reducir la complejidad </a:t>
            </a:r>
            <a:r>
              <a:rPr lang="es-ES" sz="1400" dirty="0">
                <a:solidFill>
                  <a:schemeClr val="bg1"/>
                </a:solidFill>
                <a:latin typeface="Montserrat"/>
                <a:ea typeface="+mn-lt"/>
                <a:cs typeface="+mn-lt"/>
              </a:rPr>
              <a:t>de </a:t>
            </a:r>
            <a:r>
              <a:rPr lang="es-ES" sz="1400" dirty="0">
                <a:solidFill>
                  <a:schemeClr val="bg1"/>
                </a:solidFill>
                <a:latin typeface="Montserrat"/>
              </a:rPr>
              <a:t>la organización del código.</a:t>
            </a:r>
            <a:endParaRPr lang="es-ES" sz="1400" dirty="0">
              <a:solidFill>
                <a:schemeClr val="bg1"/>
              </a:solidFill>
            </a:endParaRPr>
          </a:p>
          <a:p>
            <a:pPr algn="just">
              <a:lnSpc>
                <a:spcPts val="1680"/>
              </a:lnSpc>
              <a:spcBef>
                <a:spcPts val="663"/>
              </a:spcBef>
            </a:pPr>
            <a:endParaRPr lang="es-ES" sz="1100" dirty="0">
              <a:solidFill>
                <a:srgbClr val="5A5A4C"/>
              </a:solidFill>
              <a:latin typeface="Montserrat"/>
            </a:endParaRPr>
          </a:p>
          <a:p>
            <a:pPr algn="just">
              <a:lnSpc>
                <a:spcPts val="1680"/>
              </a:lnSpc>
              <a:spcBef>
                <a:spcPts val="663"/>
              </a:spcBef>
              <a:buNone/>
            </a:pPr>
            <a:endParaRPr lang="en-US" dirty="0"/>
          </a:p>
        </p:txBody>
      </p:sp>
      <p:sp>
        <p:nvSpPr>
          <p:cNvPr id="14" name="Object 3">
            <a:extLst>
              <a:ext uri="{FF2B5EF4-FFF2-40B4-BE49-F238E27FC236}">
                <a16:creationId xmlns:a16="http://schemas.microsoft.com/office/drawing/2014/main" id="{3035F40A-8E30-756E-EDF7-BE72CF34DA6D}"/>
              </a:ext>
            </a:extLst>
          </p:cNvPr>
          <p:cNvSpPr/>
          <p:nvPr/>
        </p:nvSpPr>
        <p:spPr>
          <a:xfrm>
            <a:off x="7886985" y="1264495"/>
            <a:ext cx="3716074" cy="42866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ts val="1814"/>
              </a:lnSpc>
            </a:pPr>
            <a:r>
              <a:rPr lang="en-US" b="1" dirty="0">
                <a:solidFill>
                  <a:schemeClr val="bg1"/>
                </a:solidFill>
                <a:latin typeface="Arial"/>
                <a:ea typeface="+mn-lt"/>
                <a:cs typeface="+mn-lt"/>
              </a:rPr>
              <a:t>BIBLIOTECAS Y HERRAMIENTAS</a:t>
            </a:r>
            <a:endParaRPr lang="es-ES" b="1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5" name="Object 4">
            <a:extLst>
              <a:ext uri="{FF2B5EF4-FFF2-40B4-BE49-F238E27FC236}">
                <a16:creationId xmlns:a16="http://schemas.microsoft.com/office/drawing/2014/main" id="{9A6B6FD5-56C6-F943-D438-4A1AB8C3762C}"/>
              </a:ext>
            </a:extLst>
          </p:cNvPr>
          <p:cNvSpPr/>
          <p:nvPr/>
        </p:nvSpPr>
        <p:spPr>
          <a:xfrm>
            <a:off x="7977065" y="1840414"/>
            <a:ext cx="3532702" cy="139380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just"/>
            <a:r>
              <a:rPr lang="es-ES" sz="1400" dirty="0">
                <a:solidFill>
                  <a:schemeClr val="bg1"/>
                </a:solidFill>
                <a:latin typeface="Montserrat"/>
              </a:rPr>
              <a:t>Incluyen una colección de bibliotecas y herramientas que facilitan tareas comunes, como la gestión de bases de datos, la autenticación de usuarios, el manejo de formularios y la validación de datos.</a:t>
            </a:r>
            <a:endParaRPr lang="es-ES" sz="1400">
              <a:solidFill>
                <a:schemeClr val="bg1"/>
              </a:solidFill>
            </a:endParaRPr>
          </a:p>
          <a:p>
            <a:pPr algn="just"/>
            <a:endParaRPr lang="es-ES"/>
          </a:p>
          <a:p>
            <a:pPr algn="just"/>
            <a:endParaRPr lang="es-ES" sz="1600">
              <a:solidFill>
                <a:srgbClr val="5A5A4C"/>
              </a:solidFill>
              <a:latin typeface="Montserrat"/>
            </a:endParaRPr>
          </a:p>
          <a:p>
            <a:pPr algn="just">
              <a:lnSpc>
                <a:spcPts val="1680"/>
              </a:lnSpc>
              <a:spcBef>
                <a:spcPts val="663"/>
              </a:spcBef>
            </a:pPr>
            <a:endParaRPr lang="en-US" sz="1600">
              <a:latin typeface="Montserrat"/>
            </a:endParaRPr>
          </a:p>
        </p:txBody>
      </p:sp>
      <p:sp>
        <p:nvSpPr>
          <p:cNvPr id="6" name="Object 3">
            <a:extLst>
              <a:ext uri="{FF2B5EF4-FFF2-40B4-BE49-F238E27FC236}">
                <a16:creationId xmlns:a16="http://schemas.microsoft.com/office/drawing/2014/main" id="{C52AE343-33E3-392A-3F75-6BACCEA0F313}"/>
              </a:ext>
            </a:extLst>
          </p:cNvPr>
          <p:cNvSpPr/>
          <p:nvPr/>
        </p:nvSpPr>
        <p:spPr>
          <a:xfrm>
            <a:off x="688817" y="1425184"/>
            <a:ext cx="3549062" cy="1136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ts val="1814"/>
              </a:lnSpc>
            </a:pPr>
            <a:r>
              <a:rPr lang="en-US" sz="2000" b="1" dirty="0">
                <a:solidFill>
                  <a:schemeClr val="bg1"/>
                </a:solidFill>
                <a:latin typeface="Arial"/>
                <a:ea typeface="+mn-lt"/>
                <a:cs typeface="+mn-lt"/>
              </a:rPr>
              <a:t>ESTRUCTURA PREDEFINIDA</a:t>
            </a:r>
            <a:endParaRPr lang="es-ES" b="1">
              <a:solidFill>
                <a:schemeClr val="bg1"/>
              </a:solidFill>
              <a:latin typeface="Arial"/>
              <a:ea typeface="+mn-lt"/>
              <a:cs typeface="+mn-lt"/>
            </a:endParaRPr>
          </a:p>
        </p:txBody>
      </p:sp>
      <p:sp>
        <p:nvSpPr>
          <p:cNvPr id="13" name="Marcador de texto 1">
            <a:extLst>
              <a:ext uri="{FF2B5EF4-FFF2-40B4-BE49-F238E27FC236}">
                <a16:creationId xmlns:a16="http://schemas.microsoft.com/office/drawing/2014/main" id="{AD84ECC9-8CC8-CAA8-00CE-146F29ECF33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80516" y="551041"/>
            <a:ext cx="11129913" cy="418024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227965" indent="-227965"/>
            <a:r>
              <a:rPr lang="es-CL" dirty="0">
                <a:solidFill>
                  <a:srgbClr val="000000"/>
                </a:solidFill>
                <a:latin typeface="Arial"/>
                <a:cs typeface="Arial"/>
              </a:rPr>
              <a:t>Característica de un Framework</a:t>
            </a:r>
            <a:endParaRPr lang="en-US" b="0" dirty="0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15" name="Object 4">
            <a:extLst>
              <a:ext uri="{FF2B5EF4-FFF2-40B4-BE49-F238E27FC236}">
                <a16:creationId xmlns:a16="http://schemas.microsoft.com/office/drawing/2014/main" id="{0A9AA5FD-277A-9DD5-4EAD-3934A8546CBF}"/>
              </a:ext>
            </a:extLst>
          </p:cNvPr>
          <p:cNvSpPr/>
          <p:nvPr/>
        </p:nvSpPr>
        <p:spPr>
          <a:xfrm>
            <a:off x="745613" y="4668555"/>
            <a:ext cx="3495553" cy="1009278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>
            <a:defPPr>
              <a:defRPr lang="es-CL"/>
            </a:defPPr>
            <a:lvl1pPr marL="0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s-ES" sz="1400" dirty="0">
                <a:solidFill>
                  <a:schemeClr val="bg1"/>
                </a:solidFill>
                <a:latin typeface="Montserrat"/>
                <a:ea typeface="+mn-lt"/>
                <a:cs typeface="+mn-lt"/>
              </a:rPr>
              <a:t>Permiten reutilizar componentes y módulos </a:t>
            </a:r>
            <a:r>
              <a:rPr lang="es-ES" sz="1400" dirty="0">
                <a:solidFill>
                  <a:schemeClr val="bg1"/>
                </a:solidFill>
                <a:latin typeface="Montserrat"/>
              </a:rPr>
              <a:t>preconstruidos</a:t>
            </a:r>
            <a:r>
              <a:rPr lang="es-ES" sz="1400" dirty="0">
                <a:solidFill>
                  <a:schemeClr val="bg1"/>
                </a:solidFill>
                <a:latin typeface="Montserrat"/>
                <a:ea typeface="+mn-lt"/>
                <a:cs typeface="+mn-lt"/>
              </a:rPr>
              <a:t>, lo que acelera el desarrollo y </a:t>
            </a:r>
            <a:r>
              <a:rPr lang="es-ES" sz="1400" dirty="0">
                <a:solidFill>
                  <a:schemeClr val="bg1"/>
                </a:solidFill>
                <a:latin typeface="Montserrat"/>
              </a:rPr>
              <a:t>reduce la duplicación </a:t>
            </a:r>
            <a:r>
              <a:rPr lang="es-ES" sz="1400" dirty="0">
                <a:solidFill>
                  <a:schemeClr val="bg1"/>
                </a:solidFill>
                <a:latin typeface="Montserrat"/>
                <a:ea typeface="+mn-lt"/>
                <a:cs typeface="+mn-lt"/>
              </a:rPr>
              <a:t>de </a:t>
            </a:r>
            <a:r>
              <a:rPr lang="es-ES" sz="1400" dirty="0">
                <a:solidFill>
                  <a:schemeClr val="bg1"/>
                </a:solidFill>
                <a:latin typeface="Montserrat"/>
              </a:rPr>
              <a:t>esfuerzos.</a:t>
            </a:r>
            <a:endParaRPr lang="es-ES" sz="1400">
              <a:solidFill>
                <a:schemeClr val="bg1"/>
              </a:solidFill>
            </a:endParaRPr>
          </a:p>
          <a:p>
            <a:pPr algn="just">
              <a:lnSpc>
                <a:spcPts val="1680"/>
              </a:lnSpc>
              <a:spcBef>
                <a:spcPts val="663"/>
              </a:spcBef>
            </a:pPr>
            <a:endParaRPr lang="es-ES" sz="1200">
              <a:solidFill>
                <a:srgbClr val="5A5A4C"/>
              </a:solidFill>
              <a:latin typeface="Montserrat"/>
            </a:endParaRPr>
          </a:p>
          <a:p>
            <a:pPr algn="just">
              <a:lnSpc>
                <a:spcPts val="1680"/>
              </a:lnSpc>
              <a:spcBef>
                <a:spcPts val="663"/>
              </a:spcBef>
              <a:buNone/>
            </a:pPr>
            <a:endParaRPr lang="en-US"/>
          </a:p>
        </p:txBody>
      </p:sp>
      <p:sp>
        <p:nvSpPr>
          <p:cNvPr id="16" name="Object 3">
            <a:extLst>
              <a:ext uri="{FF2B5EF4-FFF2-40B4-BE49-F238E27FC236}">
                <a16:creationId xmlns:a16="http://schemas.microsoft.com/office/drawing/2014/main" id="{C52AE343-33E3-392A-3F75-6BACCEA0F313}"/>
              </a:ext>
            </a:extLst>
          </p:cNvPr>
          <p:cNvSpPr/>
          <p:nvPr/>
        </p:nvSpPr>
        <p:spPr>
          <a:xfrm>
            <a:off x="726052" y="3952999"/>
            <a:ext cx="3476453" cy="47502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defPPr>
              <a:defRPr lang="es-CL"/>
            </a:defPPr>
            <a:lvl1pPr marL="0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1814"/>
              </a:lnSpc>
            </a:pPr>
            <a:r>
              <a:rPr lang="en-US" sz="2000" b="1" dirty="0">
                <a:solidFill>
                  <a:schemeClr val="bg1"/>
                </a:solidFill>
                <a:latin typeface="Arial"/>
                <a:ea typeface="+mn-lt"/>
                <a:cs typeface="+mn-lt"/>
              </a:rPr>
              <a:t>REUTILIZACIÓN DE CÓDIGO</a:t>
            </a:r>
            <a:endParaRPr lang="es-ES" b="1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18" name="Object 3">
            <a:extLst>
              <a:ext uri="{FF2B5EF4-FFF2-40B4-BE49-F238E27FC236}">
                <a16:creationId xmlns:a16="http://schemas.microsoft.com/office/drawing/2014/main" id="{3035F40A-8E30-756E-EDF7-BE72CF34DA6D}"/>
              </a:ext>
            </a:extLst>
          </p:cNvPr>
          <p:cNvSpPr/>
          <p:nvPr/>
        </p:nvSpPr>
        <p:spPr>
          <a:xfrm>
            <a:off x="7882054" y="3972284"/>
            <a:ext cx="3503164" cy="451079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>
            <a:defPPr>
              <a:defRPr lang="es-CL"/>
            </a:defPPr>
            <a:lvl1pPr marL="0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1814"/>
              </a:lnSpc>
            </a:pPr>
            <a:r>
              <a:rPr lang="en-US" sz="2000" b="1" dirty="0">
                <a:solidFill>
                  <a:schemeClr val="bg1"/>
                </a:solidFill>
                <a:latin typeface="Arial"/>
                <a:ea typeface="+mn-lt"/>
                <a:cs typeface="+mn-lt"/>
              </a:rPr>
              <a:t>MEJORES PRÁCTICAS</a:t>
            </a:r>
            <a:endParaRPr lang="es-ES" b="1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19" name="Object 4">
            <a:extLst>
              <a:ext uri="{FF2B5EF4-FFF2-40B4-BE49-F238E27FC236}">
                <a16:creationId xmlns:a16="http://schemas.microsoft.com/office/drawing/2014/main" id="{9A6B6FD5-56C6-F943-D438-4A1AB8C3762C}"/>
              </a:ext>
            </a:extLst>
          </p:cNvPr>
          <p:cNvSpPr/>
          <p:nvPr/>
        </p:nvSpPr>
        <p:spPr>
          <a:xfrm>
            <a:off x="7983341" y="4503380"/>
            <a:ext cx="3510291" cy="132657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>
            <a:defPPr>
              <a:defRPr lang="es-CL"/>
            </a:defPPr>
            <a:lvl1pPr marL="0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/>
            <a:r>
              <a:rPr lang="es-ES" sz="1600" dirty="0">
                <a:solidFill>
                  <a:schemeClr val="bg1"/>
                </a:solidFill>
                <a:latin typeface="Montserrat"/>
              </a:rPr>
              <a:t>Incorporan y promueven el uso de mejores prácticas y patrones de diseño, ayudando a los desarrolladores a escribir código limpio, mantenible y escalable.</a:t>
            </a:r>
            <a:endParaRPr lang="es-ES" dirty="0">
              <a:solidFill>
                <a:schemeClr val="bg1"/>
              </a:solidFill>
            </a:endParaRPr>
          </a:p>
          <a:p>
            <a:pPr algn="just"/>
            <a:endParaRPr lang="es-ES"/>
          </a:p>
          <a:p>
            <a:pPr algn="just"/>
            <a:endParaRPr lang="es-ES" sz="1600">
              <a:solidFill>
                <a:srgbClr val="5A5A4C"/>
              </a:solidFill>
              <a:latin typeface="Montserrat"/>
            </a:endParaRPr>
          </a:p>
          <a:p>
            <a:pPr algn="just">
              <a:lnSpc>
                <a:spcPts val="1680"/>
              </a:lnSpc>
              <a:spcBef>
                <a:spcPts val="663"/>
              </a:spcBef>
            </a:pPr>
            <a:endParaRPr lang="en-US" sz="1600">
              <a:latin typeface="Montserrat"/>
            </a:endParaRPr>
          </a:p>
        </p:txBody>
      </p:sp>
      <p:pic>
        <p:nvPicPr>
          <p:cNvPr id="3" name="Imagen 2" descr="Icono&#10;&#10;Descripción generada automáticamente">
            <a:extLst>
              <a:ext uri="{FF2B5EF4-FFF2-40B4-BE49-F238E27FC236}">
                <a16:creationId xmlns:a16="http://schemas.microsoft.com/office/drawing/2014/main" id="{E60BE2E2-C34A-3736-A6F8-DF1216FE06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5139" y="2466091"/>
            <a:ext cx="1922413" cy="1933403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4892806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5B68A13F-7B0B-4B42-0E11-B6970DE6104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54685" y="551041"/>
            <a:ext cx="11004409" cy="469685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227965" indent="-227965"/>
            <a:r>
              <a:rPr lang="es-CL">
                <a:latin typeface="Arial"/>
                <a:cs typeface="Arial"/>
              </a:rPr>
              <a:t>Ventajas en utilizar un Framework</a:t>
            </a:r>
            <a:endParaRPr lang="es-ES"/>
          </a:p>
          <a:p>
            <a:pPr marL="227965" indent="-227965"/>
            <a:endParaRPr lang="es-CL">
              <a:latin typeface="Arial"/>
              <a:cs typeface="Arial"/>
            </a:endParaRPr>
          </a:p>
          <a:p>
            <a:pPr marL="227965" indent="-227965"/>
            <a:endParaRPr lang="es-CL"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00F22488-AEE8-5500-3619-CD072200D32C}"/>
              </a:ext>
            </a:extLst>
          </p:cNvPr>
          <p:cNvSpPr/>
          <p:nvPr/>
        </p:nvSpPr>
        <p:spPr>
          <a:xfrm>
            <a:off x="462596" y="4203516"/>
            <a:ext cx="2553761" cy="181637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just">
              <a:lnSpc>
                <a:spcPts val="1680"/>
              </a:lnSpc>
              <a:spcBef>
                <a:spcPts val="663"/>
              </a:spcBef>
            </a:pPr>
            <a:r>
              <a:rPr lang="es-CL" sz="1200" dirty="0">
                <a:latin typeface="Montserrat"/>
                <a:ea typeface="+mn-lt"/>
                <a:cs typeface="+mn-lt"/>
              </a:rPr>
              <a:t>Proporcionan herramientas y componentes predefinidos, lo que reduce el tiempo de desarrollo.</a:t>
            </a:r>
            <a:endParaRPr lang="es-ES" dirty="0"/>
          </a:p>
        </p:txBody>
      </p:sp>
      <p:sp>
        <p:nvSpPr>
          <p:cNvPr id="6" name="Object 3">
            <a:extLst>
              <a:ext uri="{FF2B5EF4-FFF2-40B4-BE49-F238E27FC236}">
                <a16:creationId xmlns:a16="http://schemas.microsoft.com/office/drawing/2014/main" id="{355034D1-F4CD-315E-7744-5A8F1AAB92D7}"/>
              </a:ext>
            </a:extLst>
          </p:cNvPr>
          <p:cNvSpPr/>
          <p:nvPr/>
        </p:nvSpPr>
        <p:spPr>
          <a:xfrm>
            <a:off x="480816" y="3706427"/>
            <a:ext cx="2536542" cy="36956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ts val="1814"/>
              </a:lnSpc>
            </a:pPr>
            <a:r>
              <a:rPr lang="es-CL" b="1" dirty="0">
                <a:latin typeface="Arial"/>
                <a:ea typeface="+mn-lt"/>
                <a:cs typeface="+mn-lt"/>
              </a:rPr>
              <a:t>DESARROLLO MÁS RÁPIDO</a:t>
            </a:r>
            <a:endParaRPr lang="es-CL" b="1">
              <a:latin typeface="Arial"/>
              <a:cs typeface="Arial"/>
            </a:endParaRPr>
          </a:p>
        </p:txBody>
      </p:sp>
      <p:pic>
        <p:nvPicPr>
          <p:cNvPr id="16" name="Imagen 15" descr="Icono&#10;&#10;Descripción generada automáticamente">
            <a:extLst>
              <a:ext uri="{FF2B5EF4-FFF2-40B4-BE49-F238E27FC236}">
                <a16:creationId xmlns:a16="http://schemas.microsoft.com/office/drawing/2014/main" id="{8A3EA5E3-7782-4D0E-0585-AF99C723F0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8567" y="1722259"/>
            <a:ext cx="1709543" cy="1690623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17" name="Imagen 16" descr="Icono&#10;&#10;Descripción generada automáticamente">
            <a:extLst>
              <a:ext uri="{FF2B5EF4-FFF2-40B4-BE49-F238E27FC236}">
                <a16:creationId xmlns:a16="http://schemas.microsoft.com/office/drawing/2014/main" id="{7605E168-BFFB-BE22-C5DC-2C316923725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4340" y="1697122"/>
            <a:ext cx="1692544" cy="1698195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18" name="Imagen 17" descr="Icono&#10;&#10;Descripción generada automáticamente">
            <a:extLst>
              <a:ext uri="{FF2B5EF4-FFF2-40B4-BE49-F238E27FC236}">
                <a16:creationId xmlns:a16="http://schemas.microsoft.com/office/drawing/2014/main" id="{7F921527-1B6D-7434-6890-6A92DF5C32A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04979" y="1696087"/>
            <a:ext cx="1890149" cy="1710949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19" name="Imagen 18" descr="Icono&#10;&#10;Descripción generada automáticamente">
            <a:extLst>
              <a:ext uri="{FF2B5EF4-FFF2-40B4-BE49-F238E27FC236}">
                <a16:creationId xmlns:a16="http://schemas.microsoft.com/office/drawing/2014/main" id="{A9F52F53-EED0-65E1-74ED-5D0A1AB42A2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600201" y="1723141"/>
            <a:ext cx="1768260" cy="1700131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7" name="Object 4">
            <a:extLst>
              <a:ext uri="{FF2B5EF4-FFF2-40B4-BE49-F238E27FC236}">
                <a16:creationId xmlns:a16="http://schemas.microsoft.com/office/drawing/2014/main" id="{B7837B84-FBE0-7576-8B42-C4C858A02B46}"/>
              </a:ext>
            </a:extLst>
          </p:cNvPr>
          <p:cNvSpPr/>
          <p:nvPr/>
        </p:nvSpPr>
        <p:spPr>
          <a:xfrm>
            <a:off x="3406212" y="4182638"/>
            <a:ext cx="2553761" cy="181637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just">
              <a:lnSpc>
                <a:spcPts val="1680"/>
              </a:lnSpc>
              <a:spcBef>
                <a:spcPts val="663"/>
              </a:spcBef>
            </a:pPr>
            <a:r>
              <a:rPr lang="es-CL" sz="1200" dirty="0">
                <a:latin typeface="Montserrat"/>
                <a:ea typeface="+mn-lt"/>
                <a:cs typeface="+mn-lt"/>
              </a:rPr>
              <a:t>Fomentan la escritura de código estructurado y coherente, facilitando el mantenimiento y la escalabilidad del proyecto. </a:t>
            </a:r>
            <a:endParaRPr lang="es-ES" dirty="0"/>
          </a:p>
        </p:txBody>
      </p:sp>
      <p:sp>
        <p:nvSpPr>
          <p:cNvPr id="8" name="Object 3">
            <a:extLst>
              <a:ext uri="{FF2B5EF4-FFF2-40B4-BE49-F238E27FC236}">
                <a16:creationId xmlns:a16="http://schemas.microsoft.com/office/drawing/2014/main" id="{7278D4D6-28FB-99A0-431D-640E0269C6ED}"/>
              </a:ext>
            </a:extLst>
          </p:cNvPr>
          <p:cNvSpPr/>
          <p:nvPr/>
        </p:nvSpPr>
        <p:spPr>
          <a:xfrm>
            <a:off x="3424432" y="3685549"/>
            <a:ext cx="2536542" cy="36956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ts val="1814"/>
              </a:lnSpc>
            </a:pPr>
            <a:r>
              <a:rPr lang="es-CL" b="1" dirty="0">
                <a:latin typeface="Arial"/>
                <a:ea typeface="+mn-lt"/>
                <a:cs typeface="+mn-lt"/>
              </a:rPr>
              <a:t>CÓDIGO MANTENIBLE</a:t>
            </a:r>
            <a:endParaRPr lang="es-ES" b="1" dirty="0">
              <a:latin typeface="Arial"/>
            </a:endParaRPr>
          </a:p>
        </p:txBody>
      </p:sp>
      <p:sp>
        <p:nvSpPr>
          <p:cNvPr id="9" name="Object 4">
            <a:extLst>
              <a:ext uri="{FF2B5EF4-FFF2-40B4-BE49-F238E27FC236}">
                <a16:creationId xmlns:a16="http://schemas.microsoft.com/office/drawing/2014/main" id="{10105EF0-6A5B-9965-1B37-A815E702198F}"/>
              </a:ext>
            </a:extLst>
          </p:cNvPr>
          <p:cNvSpPr/>
          <p:nvPr/>
        </p:nvSpPr>
        <p:spPr>
          <a:xfrm>
            <a:off x="6266322" y="4172200"/>
            <a:ext cx="2553761" cy="181637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just">
              <a:lnSpc>
                <a:spcPts val="1680"/>
              </a:lnSpc>
              <a:spcBef>
                <a:spcPts val="663"/>
              </a:spcBef>
            </a:pPr>
            <a:r>
              <a:rPr lang="es-CL" sz="1200" dirty="0">
                <a:latin typeface="Montserrat"/>
                <a:ea typeface="+mn-lt"/>
                <a:cs typeface="+mn-lt"/>
              </a:rPr>
              <a:t>Incorporan mecanismos de seguridad para proteger contra vulnerabilidades comunes, como </a:t>
            </a:r>
            <a:r>
              <a:rPr lang="es-CL" sz="1200" b="1" dirty="0">
                <a:latin typeface="Montserrat"/>
                <a:ea typeface="+mn-lt"/>
                <a:cs typeface="+mn-lt"/>
              </a:rPr>
              <a:t>inyecciones SQL, XSS y CSRF</a:t>
            </a:r>
            <a:r>
              <a:rPr lang="es-CL" sz="1200" dirty="0">
                <a:latin typeface="Montserrat"/>
                <a:ea typeface="+mn-lt"/>
                <a:cs typeface="+mn-lt"/>
              </a:rPr>
              <a:t>.</a:t>
            </a:r>
            <a:endParaRPr lang="es-ES" dirty="0"/>
          </a:p>
        </p:txBody>
      </p:sp>
      <p:sp>
        <p:nvSpPr>
          <p:cNvPr id="10" name="Object 3">
            <a:extLst>
              <a:ext uri="{FF2B5EF4-FFF2-40B4-BE49-F238E27FC236}">
                <a16:creationId xmlns:a16="http://schemas.microsoft.com/office/drawing/2014/main" id="{1BA5C8D3-659D-8B0E-2942-89013608A767}"/>
              </a:ext>
            </a:extLst>
          </p:cNvPr>
          <p:cNvSpPr/>
          <p:nvPr/>
        </p:nvSpPr>
        <p:spPr>
          <a:xfrm>
            <a:off x="6284541" y="3675110"/>
            <a:ext cx="2536542" cy="36956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ts val="1814"/>
              </a:lnSpc>
            </a:pPr>
            <a:r>
              <a:rPr lang="es-CL" b="1" dirty="0">
                <a:latin typeface="Arial"/>
                <a:ea typeface="+mn-lt"/>
                <a:cs typeface="Arial"/>
              </a:rPr>
              <a:t>SEGURIDAD MEJORADA</a:t>
            </a:r>
            <a:endParaRPr lang="es-ES" b="1" dirty="0">
              <a:latin typeface="Arial"/>
              <a:cs typeface="Arial"/>
            </a:endParaRPr>
          </a:p>
        </p:txBody>
      </p:sp>
      <p:sp>
        <p:nvSpPr>
          <p:cNvPr id="11" name="Object 4">
            <a:extLst>
              <a:ext uri="{FF2B5EF4-FFF2-40B4-BE49-F238E27FC236}">
                <a16:creationId xmlns:a16="http://schemas.microsoft.com/office/drawing/2014/main" id="{F922AAE4-B70F-A9D9-BDEA-978CAE77F4C7}"/>
              </a:ext>
            </a:extLst>
          </p:cNvPr>
          <p:cNvSpPr/>
          <p:nvPr/>
        </p:nvSpPr>
        <p:spPr>
          <a:xfrm>
            <a:off x="9199500" y="4161761"/>
            <a:ext cx="2553761" cy="1816377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just">
              <a:lnSpc>
                <a:spcPts val="1680"/>
              </a:lnSpc>
              <a:spcBef>
                <a:spcPts val="663"/>
              </a:spcBef>
            </a:pPr>
            <a:r>
              <a:rPr lang="es-CL" sz="1200" dirty="0">
                <a:latin typeface="Montserrat"/>
                <a:ea typeface="+mn-lt"/>
                <a:cs typeface="+mn-lt"/>
              </a:rPr>
              <a:t>Permiten a los desarrolladores centrarse en la lógica de negocio en lugar de en las tareas repetitivas y básicas. </a:t>
            </a:r>
            <a:endParaRPr lang="es-ES" dirty="0"/>
          </a:p>
        </p:txBody>
      </p:sp>
      <p:sp>
        <p:nvSpPr>
          <p:cNvPr id="12" name="Object 3">
            <a:extLst>
              <a:ext uri="{FF2B5EF4-FFF2-40B4-BE49-F238E27FC236}">
                <a16:creationId xmlns:a16="http://schemas.microsoft.com/office/drawing/2014/main" id="{5BCD06B3-3647-3733-62B2-0754E4602775}"/>
              </a:ext>
            </a:extLst>
          </p:cNvPr>
          <p:cNvSpPr/>
          <p:nvPr/>
        </p:nvSpPr>
        <p:spPr>
          <a:xfrm>
            <a:off x="9217719" y="3664672"/>
            <a:ext cx="2536542" cy="36956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ts val="1814"/>
              </a:lnSpc>
            </a:pPr>
            <a:r>
              <a:rPr lang="es-CL" b="1" dirty="0">
                <a:latin typeface="Arial"/>
                <a:ea typeface="+mn-lt"/>
                <a:cs typeface="Arial"/>
              </a:rPr>
              <a:t>EFICIENCIA</a:t>
            </a:r>
            <a:endParaRPr lang="es-ES" b="1" dirty="0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0296505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5B68A13F-7B0B-4B42-0E11-B6970DE6104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54685" y="551041"/>
            <a:ext cx="11004409" cy="469685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227965" indent="-227965"/>
            <a:r>
              <a:rPr lang="es-CL" dirty="0">
                <a:latin typeface="Arial"/>
                <a:cs typeface="Arial"/>
              </a:rPr>
              <a:t>Desventajas en utilizar un Framework</a:t>
            </a:r>
            <a:endParaRPr lang="es-ES" dirty="0"/>
          </a:p>
          <a:p>
            <a:pPr marL="227965" indent="-227965"/>
            <a:endParaRPr lang="es-CL">
              <a:latin typeface="Arial"/>
              <a:cs typeface="Arial"/>
            </a:endParaRPr>
          </a:p>
          <a:p>
            <a:pPr marL="227965" indent="-227965"/>
            <a:endParaRPr lang="es-CL"/>
          </a:p>
        </p:txBody>
      </p:sp>
      <p:sp>
        <p:nvSpPr>
          <p:cNvPr id="4" name="Object 4">
            <a:extLst>
              <a:ext uri="{FF2B5EF4-FFF2-40B4-BE49-F238E27FC236}">
                <a16:creationId xmlns:a16="http://schemas.microsoft.com/office/drawing/2014/main" id="{00F22488-AEE8-5500-3619-CD072200D32C}"/>
              </a:ext>
            </a:extLst>
          </p:cNvPr>
          <p:cNvSpPr/>
          <p:nvPr/>
        </p:nvSpPr>
        <p:spPr>
          <a:xfrm>
            <a:off x="420843" y="4349192"/>
            <a:ext cx="3425517" cy="148910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just"/>
            <a:r>
              <a:rPr lang="es-ES" sz="1600" dirty="0">
                <a:solidFill>
                  <a:srgbClr val="5A5A4C"/>
                </a:solidFill>
                <a:latin typeface="Montserrat"/>
                <a:ea typeface="+mn-lt"/>
                <a:cs typeface="+mn-lt"/>
              </a:rPr>
              <a:t>Puede requerir tiempo aprender y dominar el framework, especialmente si es complejo.</a:t>
            </a:r>
            <a:endParaRPr lang="es-ES" dirty="0">
              <a:latin typeface="Montserrat"/>
              <a:ea typeface="+mn-lt"/>
              <a:cs typeface="+mn-lt"/>
            </a:endParaRPr>
          </a:p>
          <a:p>
            <a:pPr algn="just">
              <a:lnSpc>
                <a:spcPts val="1680"/>
              </a:lnSpc>
              <a:spcBef>
                <a:spcPts val="663"/>
              </a:spcBef>
            </a:pPr>
            <a:endParaRPr lang="es-ES" sz="1200" dirty="0">
              <a:solidFill>
                <a:srgbClr val="5A5A4C"/>
              </a:solidFill>
              <a:latin typeface="Montserrat"/>
            </a:endParaRPr>
          </a:p>
          <a:p>
            <a:pPr algn="just">
              <a:lnSpc>
                <a:spcPts val="1680"/>
              </a:lnSpc>
              <a:spcBef>
                <a:spcPts val="663"/>
              </a:spcBef>
              <a:buNone/>
            </a:pPr>
            <a:endParaRPr lang="en-US" dirty="0">
              <a:latin typeface="Montserrat"/>
            </a:endParaRPr>
          </a:p>
        </p:txBody>
      </p:sp>
      <p:sp>
        <p:nvSpPr>
          <p:cNvPr id="6" name="Object 3">
            <a:extLst>
              <a:ext uri="{FF2B5EF4-FFF2-40B4-BE49-F238E27FC236}">
                <a16:creationId xmlns:a16="http://schemas.microsoft.com/office/drawing/2014/main" id="{355034D1-F4CD-315E-7744-5A8F1AAB92D7}"/>
              </a:ext>
            </a:extLst>
          </p:cNvPr>
          <p:cNvSpPr/>
          <p:nvPr/>
        </p:nvSpPr>
        <p:spPr>
          <a:xfrm>
            <a:off x="480816" y="3706427"/>
            <a:ext cx="3365777" cy="50403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ts val="1814"/>
              </a:lnSpc>
            </a:pPr>
            <a:r>
              <a:rPr lang="en-US" sz="2000" b="1" dirty="0">
                <a:latin typeface="Arial"/>
                <a:ea typeface="+mn-lt"/>
                <a:cs typeface="Arial"/>
              </a:rPr>
              <a:t>CURVA DE APRENDIZAJE</a:t>
            </a:r>
            <a:endParaRPr lang="es-ES" b="1" dirty="0">
              <a:latin typeface="Arial"/>
              <a:cs typeface="Arial"/>
            </a:endParaRPr>
          </a:p>
        </p:txBody>
      </p:sp>
      <p:sp>
        <p:nvSpPr>
          <p:cNvPr id="7" name="Object 4">
            <a:extLst>
              <a:ext uri="{FF2B5EF4-FFF2-40B4-BE49-F238E27FC236}">
                <a16:creationId xmlns:a16="http://schemas.microsoft.com/office/drawing/2014/main" id="{8B27CA36-4B3A-F303-CF0F-6015FB597DD9}"/>
              </a:ext>
            </a:extLst>
          </p:cNvPr>
          <p:cNvSpPr/>
          <p:nvPr/>
        </p:nvSpPr>
        <p:spPr>
          <a:xfrm>
            <a:off x="4274131" y="4349191"/>
            <a:ext cx="3425517" cy="148910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just"/>
            <a:r>
              <a:rPr lang="es-ES" sz="1600" dirty="0">
                <a:solidFill>
                  <a:srgbClr val="5A5A4C"/>
                </a:solidFill>
                <a:latin typeface="Montserrat"/>
                <a:ea typeface="+mn-lt"/>
                <a:cs typeface="+mn-lt"/>
              </a:rPr>
              <a:t>A veces pueden imponer una estructura que no se adapta perfectamente a todos los proyectos, limitando la flexibilidad del desarrollador.</a:t>
            </a:r>
            <a:endParaRPr lang="es-ES" dirty="0">
              <a:latin typeface="Montserrat"/>
              <a:ea typeface="+mn-lt"/>
              <a:cs typeface="+mn-lt"/>
            </a:endParaRPr>
          </a:p>
          <a:p>
            <a:pPr algn="just">
              <a:lnSpc>
                <a:spcPts val="1680"/>
              </a:lnSpc>
              <a:spcBef>
                <a:spcPts val="663"/>
              </a:spcBef>
            </a:pPr>
            <a:endParaRPr lang="es-ES" sz="1200" dirty="0">
              <a:solidFill>
                <a:srgbClr val="5A5A4C"/>
              </a:solidFill>
              <a:latin typeface="Montserrat"/>
            </a:endParaRPr>
          </a:p>
          <a:p>
            <a:pPr algn="just">
              <a:lnSpc>
                <a:spcPts val="1680"/>
              </a:lnSpc>
              <a:spcBef>
                <a:spcPts val="663"/>
              </a:spcBef>
              <a:buNone/>
            </a:pPr>
            <a:endParaRPr lang="en-US" dirty="0">
              <a:latin typeface="Montserrat"/>
            </a:endParaRPr>
          </a:p>
        </p:txBody>
      </p:sp>
      <p:sp>
        <p:nvSpPr>
          <p:cNvPr id="10" name="Object 3">
            <a:extLst>
              <a:ext uri="{FF2B5EF4-FFF2-40B4-BE49-F238E27FC236}">
                <a16:creationId xmlns:a16="http://schemas.microsoft.com/office/drawing/2014/main" id="{17C42E29-45D8-9F35-D830-E0FAE2B1962F}"/>
              </a:ext>
            </a:extLst>
          </p:cNvPr>
          <p:cNvSpPr/>
          <p:nvPr/>
        </p:nvSpPr>
        <p:spPr>
          <a:xfrm>
            <a:off x="4311692" y="3706426"/>
            <a:ext cx="3365777" cy="50403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ts val="1814"/>
              </a:lnSpc>
            </a:pPr>
            <a:r>
              <a:rPr lang="es-CL" sz="2000" b="1" dirty="0">
                <a:latin typeface="Arial"/>
                <a:ea typeface="+mn-lt"/>
                <a:cs typeface="Arial"/>
              </a:rPr>
              <a:t>RIGIDEZ</a:t>
            </a:r>
          </a:p>
        </p:txBody>
      </p:sp>
      <p:sp>
        <p:nvSpPr>
          <p:cNvPr id="14" name="Object 4">
            <a:extLst>
              <a:ext uri="{FF2B5EF4-FFF2-40B4-BE49-F238E27FC236}">
                <a16:creationId xmlns:a16="http://schemas.microsoft.com/office/drawing/2014/main" id="{59204073-3950-2F4A-17CD-CA0647FB9C3E}"/>
              </a:ext>
            </a:extLst>
          </p:cNvPr>
          <p:cNvSpPr/>
          <p:nvPr/>
        </p:nvSpPr>
        <p:spPr>
          <a:xfrm>
            <a:off x="8149062" y="4349190"/>
            <a:ext cx="3201400" cy="1489104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just"/>
            <a:r>
              <a:rPr lang="es-ES" sz="1600" dirty="0">
                <a:solidFill>
                  <a:srgbClr val="5A5A4C"/>
                </a:solidFill>
                <a:latin typeface="Montserrat"/>
                <a:ea typeface="+mn-lt"/>
                <a:cs typeface="+mn-lt"/>
              </a:rPr>
              <a:t>Los frameworks robustos pueden incluir funcionalidades innecesarias para proyectos pequeños, lo que puede resultar en una sobrecarga de recursos.</a:t>
            </a:r>
            <a:endParaRPr lang="es-ES" dirty="0">
              <a:latin typeface="Montserrat"/>
              <a:ea typeface="+mn-lt"/>
              <a:cs typeface="+mn-lt"/>
            </a:endParaRPr>
          </a:p>
          <a:p>
            <a:pPr algn="just">
              <a:lnSpc>
                <a:spcPts val="1680"/>
              </a:lnSpc>
              <a:spcBef>
                <a:spcPts val="663"/>
              </a:spcBef>
            </a:pPr>
            <a:endParaRPr lang="es-ES" sz="1200" dirty="0">
              <a:solidFill>
                <a:srgbClr val="5A5A4C"/>
              </a:solidFill>
              <a:latin typeface="Montserrat"/>
            </a:endParaRPr>
          </a:p>
          <a:p>
            <a:pPr algn="just">
              <a:lnSpc>
                <a:spcPts val="1680"/>
              </a:lnSpc>
              <a:spcBef>
                <a:spcPts val="663"/>
              </a:spcBef>
              <a:buNone/>
            </a:pPr>
            <a:endParaRPr lang="en-US" dirty="0">
              <a:latin typeface="Montserrat"/>
            </a:endParaRPr>
          </a:p>
        </p:txBody>
      </p:sp>
      <p:sp>
        <p:nvSpPr>
          <p:cNvPr id="15" name="Object 3">
            <a:extLst>
              <a:ext uri="{FF2B5EF4-FFF2-40B4-BE49-F238E27FC236}">
                <a16:creationId xmlns:a16="http://schemas.microsoft.com/office/drawing/2014/main" id="{7334A284-A77F-7B7E-164C-31D44DFBED3E}"/>
              </a:ext>
            </a:extLst>
          </p:cNvPr>
          <p:cNvSpPr/>
          <p:nvPr/>
        </p:nvSpPr>
        <p:spPr>
          <a:xfrm>
            <a:off x="8153006" y="3706426"/>
            <a:ext cx="3365777" cy="504037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algn="ctr">
              <a:lnSpc>
                <a:spcPts val="1814"/>
              </a:lnSpc>
            </a:pPr>
            <a:r>
              <a:rPr lang="es-CL" sz="2000" b="1" dirty="0">
                <a:latin typeface="Arial"/>
                <a:ea typeface="+mn-lt"/>
                <a:cs typeface="Arial"/>
              </a:rPr>
              <a:t>SOBRECARGA</a:t>
            </a:r>
            <a:endParaRPr lang="es-CL" b="1" dirty="0">
              <a:latin typeface="Arial"/>
              <a:cs typeface="Arial"/>
            </a:endParaRPr>
          </a:p>
        </p:txBody>
      </p:sp>
      <p:pic>
        <p:nvPicPr>
          <p:cNvPr id="3" name="Imagen 2" descr="Icono&#10;&#10;Descripción generada automáticamente">
            <a:extLst>
              <a:ext uri="{FF2B5EF4-FFF2-40B4-BE49-F238E27FC236}">
                <a16:creationId xmlns:a16="http://schemas.microsoft.com/office/drawing/2014/main" id="{3983B54B-500F-28A9-779B-97D3BE997F2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5557" y="1600143"/>
            <a:ext cx="1828012" cy="1833055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5" name="Imagen 4" descr="Imagen que contiene computadora, señal&#10;&#10;Descripción generada automáticamente">
            <a:extLst>
              <a:ext uri="{FF2B5EF4-FFF2-40B4-BE49-F238E27FC236}">
                <a16:creationId xmlns:a16="http://schemas.microsoft.com/office/drawing/2014/main" id="{4346E0B2-6C47-74CA-4260-20EB3A7BB8C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16726" y="1601592"/>
            <a:ext cx="1954563" cy="1831868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8" name="Imagen 7" descr="Icono&#10;&#10;Descripción generada automáticamente">
            <a:extLst>
              <a:ext uri="{FF2B5EF4-FFF2-40B4-BE49-F238E27FC236}">
                <a16:creationId xmlns:a16="http://schemas.microsoft.com/office/drawing/2014/main" id="{62AB32CD-FDEA-BFE6-0739-0657680787A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34775" y="1598120"/>
            <a:ext cx="1993546" cy="1828553"/>
          </a:xfrm>
          <a:prstGeom prst="rect">
            <a:avLst/>
          </a:prstGeom>
          <a:ln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13348588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5975D5F-3083-1EF5-C86C-E4F5A64AC6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28659" y="2569580"/>
            <a:ext cx="3649725" cy="2129742"/>
          </a:xfrm>
        </p:spPr>
        <p:txBody>
          <a:bodyPr>
            <a:normAutofit/>
          </a:bodyPr>
          <a:lstStyle/>
          <a:p>
            <a:r>
              <a:rPr lang="es-CL">
                <a:latin typeface="Arial"/>
                <a:cs typeface="Arial"/>
              </a:rPr>
              <a:t>Tipos de </a:t>
            </a:r>
            <a:r>
              <a:rPr lang="es-CL" err="1">
                <a:latin typeface="Arial"/>
                <a:cs typeface="Arial"/>
              </a:rPr>
              <a:t>Frameworks</a:t>
            </a:r>
            <a:endParaRPr lang="es-CL" err="1"/>
          </a:p>
          <a:p>
            <a:endParaRPr lang="es-ES">
              <a:latin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2577867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5B68A13F-7B0B-4B42-0E11-B6970DE6104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54685" y="551041"/>
            <a:ext cx="11004409" cy="469685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227965" indent="-227965"/>
            <a:r>
              <a:rPr lang="es-CL">
                <a:latin typeface="Arial"/>
                <a:cs typeface="Arial"/>
              </a:rPr>
              <a:t>Tipos de </a:t>
            </a:r>
            <a:r>
              <a:rPr lang="es-CL" err="1">
                <a:latin typeface="Arial"/>
                <a:cs typeface="Arial"/>
              </a:rPr>
              <a:t>Frameworks</a:t>
            </a:r>
            <a:endParaRPr lang="es-ES" err="1"/>
          </a:p>
          <a:p>
            <a:pPr marL="227965" indent="-227965"/>
            <a:endParaRPr lang="es-CL"/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12D4547D-739E-84EA-E267-B5FF1CD5FC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8442" y="1270434"/>
            <a:ext cx="10794945" cy="8720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>
            <a:defPPr>
              <a:defRPr lang="es-CL"/>
            </a:defPPr>
            <a:lvl1pPr marL="0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defTabSz="914400">
              <a:lnSpc>
                <a:spcPct val="150000"/>
              </a:lnSpc>
            </a:pPr>
            <a:r>
              <a:rPr lang="es-ES" b="1" dirty="0">
                <a:solidFill>
                  <a:srgbClr val="4E7CDD"/>
                </a:solidFill>
                <a:latin typeface="Arial"/>
                <a:ea typeface="+mn-lt"/>
                <a:cs typeface="+mn-lt"/>
              </a:rPr>
              <a:t>Frameworks Web:</a:t>
            </a:r>
            <a:r>
              <a:rPr lang="es-ES" dirty="0">
                <a:latin typeface="Arial"/>
                <a:ea typeface="+mn-lt"/>
                <a:cs typeface="+mn-lt"/>
              </a:rPr>
              <a:t> Diseñados para el desarrollo de aplicaciones web.</a:t>
            </a:r>
            <a:endParaRPr lang="es-ES" dirty="0">
              <a:latin typeface="Arial"/>
            </a:endParaRPr>
          </a:p>
          <a:p>
            <a:pPr algn="just" defTabSz="9144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es-ES" dirty="0">
              <a:latin typeface="Arial"/>
              <a:cs typeface="Arial"/>
            </a:endParaRPr>
          </a:p>
        </p:txBody>
      </p:sp>
      <p:pic>
        <p:nvPicPr>
          <p:cNvPr id="4" name="Imagen 3" descr="Creando un entorno virtual para Django Framework">
            <a:extLst>
              <a:ext uri="{FF2B5EF4-FFF2-40B4-BE49-F238E27FC236}">
                <a16:creationId xmlns:a16="http://schemas.microsoft.com/office/drawing/2014/main" id="{D8DD4337-EBDA-ED0A-F4CE-6887BA4A86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37" y="2134738"/>
            <a:ext cx="2419823" cy="1080130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7" name="Imagen 6" descr="Introduction to Ruby on Rails. Rails is an open-source web application… |  by Sashini Shihara | Medium">
            <a:extLst>
              <a:ext uri="{FF2B5EF4-FFF2-40B4-BE49-F238E27FC236}">
                <a16:creationId xmlns:a16="http://schemas.microsoft.com/office/drawing/2014/main" id="{8DD26C54-E2EA-AEFF-FFF9-B5DE539E9FE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0912" y="4756760"/>
            <a:ext cx="3408329" cy="1276436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10" name="Imagen 9" descr="Laravel : Framework PHP Modern untuk Pengembangan Aplikasi Web Modern -  Biro Perencanaan Sumber Daya Manusia dan Karir">
            <a:extLst>
              <a:ext uri="{FF2B5EF4-FFF2-40B4-BE49-F238E27FC236}">
                <a16:creationId xmlns:a16="http://schemas.microsoft.com/office/drawing/2014/main" id="{869683A9-C605-4FB8-B395-C1F27F44784A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21507" r="103" b="20279"/>
          <a:stretch/>
        </p:blipFill>
        <p:spPr>
          <a:xfrm>
            <a:off x="3257122" y="2335588"/>
            <a:ext cx="3407860" cy="1084010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11" name="Imagen 10" descr="Professional Express.js Development Services in Manama, Bahrain | RedBerries">
            <a:extLst>
              <a:ext uri="{FF2B5EF4-FFF2-40B4-BE49-F238E27FC236}">
                <a16:creationId xmlns:a16="http://schemas.microsoft.com/office/drawing/2014/main" id="{0724D24D-3F11-8ABE-BF40-3565E0AFECB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15536" y="5018899"/>
            <a:ext cx="3374508" cy="1017196"/>
          </a:xfrm>
          <a:prstGeom prst="rect">
            <a:avLst/>
          </a:prstGeom>
        </p:spPr>
      </p:pic>
      <p:pic>
        <p:nvPicPr>
          <p:cNvPr id="13" name="Imagen 12" descr="Angular.dev nuevo logo y nueva documentación">
            <a:extLst>
              <a:ext uri="{FF2B5EF4-FFF2-40B4-BE49-F238E27FC236}">
                <a16:creationId xmlns:a16="http://schemas.microsoft.com/office/drawing/2014/main" id="{CB81E810-3FAA-96E7-B4B7-5821B89817BB}"/>
              </a:ext>
            </a:extLst>
          </p:cNvPr>
          <p:cNvPicPr>
            <a:picLocks noChangeAspect="1"/>
          </p:cNvPicPr>
          <p:nvPr/>
        </p:nvPicPr>
        <p:blipFill rotWithShape="1">
          <a:blip r:embed="rId7"/>
          <a:srcRect l="-1750" t="26538" r="386" b="24986"/>
          <a:stretch/>
        </p:blipFill>
        <p:spPr>
          <a:xfrm>
            <a:off x="8685058" y="2338006"/>
            <a:ext cx="3446473" cy="907240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14" name="Imagen 13" descr="File:.NET Core Logo.svg - Wikimedia Commons">
            <a:extLst>
              <a:ext uri="{FF2B5EF4-FFF2-40B4-BE49-F238E27FC236}">
                <a16:creationId xmlns:a16="http://schemas.microsoft.com/office/drawing/2014/main" id="{6CE10C86-5C0F-8560-0EC7-3E19DA68F87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473693" y="3607676"/>
            <a:ext cx="1192925" cy="1232338"/>
          </a:xfrm>
          <a:prstGeom prst="rect">
            <a:avLst/>
          </a:prstGeom>
        </p:spPr>
      </p:pic>
      <p:pic>
        <p:nvPicPr>
          <p:cNvPr id="15" name="Imagen 14" descr="Cómo validar ficheros subidos con CodeIgniter. Programación en Castellano.">
            <a:extLst>
              <a:ext uri="{FF2B5EF4-FFF2-40B4-BE49-F238E27FC236}">
                <a16:creationId xmlns:a16="http://schemas.microsoft.com/office/drawing/2014/main" id="{55344453-F8BD-0927-6E34-22B68A64DF0D}"/>
              </a:ext>
            </a:extLst>
          </p:cNvPr>
          <p:cNvPicPr>
            <a:picLocks noChangeAspect="1"/>
          </p:cNvPicPr>
          <p:nvPr/>
        </p:nvPicPr>
        <p:blipFill rotWithShape="1">
          <a:blip r:embed="rId9"/>
          <a:srcRect l="143" t="18412" r="535" b="26499"/>
          <a:stretch/>
        </p:blipFill>
        <p:spPr>
          <a:xfrm>
            <a:off x="3992189" y="4966861"/>
            <a:ext cx="2752844" cy="859732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16" name="Imagen 15" descr="Aprende FastAPI desde 0">
            <a:extLst>
              <a:ext uri="{FF2B5EF4-FFF2-40B4-BE49-F238E27FC236}">
                <a16:creationId xmlns:a16="http://schemas.microsoft.com/office/drawing/2014/main" id="{66E9E9F0-C449-EBB0-0CCE-FF8397CAC55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525896" y="4073028"/>
            <a:ext cx="2743198" cy="989482"/>
          </a:xfrm>
          <a:prstGeom prst="rect">
            <a:avLst/>
          </a:prstGeom>
        </p:spPr>
      </p:pic>
      <p:pic>
        <p:nvPicPr>
          <p:cNvPr id="17" name="Imagen 16" descr="Agencia de desarrollo web con CakePHP | App Design">
            <a:extLst>
              <a:ext uri="{FF2B5EF4-FFF2-40B4-BE49-F238E27FC236}">
                <a16:creationId xmlns:a16="http://schemas.microsoft.com/office/drawing/2014/main" id="{50DD7EB1-9AD1-E058-5570-FD79BBB7E9F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393281" y="3725120"/>
            <a:ext cx="2270235" cy="1126605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18" name="Imagen 17" descr="Archivo:Spring Framework Logo 2018.svg - Wikipedia, la enciclopedia libre">
            <a:extLst>
              <a:ext uri="{FF2B5EF4-FFF2-40B4-BE49-F238E27FC236}">
                <a16:creationId xmlns:a16="http://schemas.microsoft.com/office/drawing/2014/main" id="{3CA4BB68-34C7-FB48-5DCA-79BAF8585345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07124" y="3720215"/>
            <a:ext cx="2743200" cy="705088"/>
          </a:xfrm>
          <a:prstGeom prst="rect">
            <a:avLst/>
          </a:prstGeom>
        </p:spPr>
      </p:pic>
      <p:pic>
        <p:nvPicPr>
          <p:cNvPr id="19" name="Imagen 18" descr="Flask - Wikipedia, la enciclopedia libre">
            <a:extLst>
              <a:ext uri="{FF2B5EF4-FFF2-40B4-BE49-F238E27FC236}">
                <a16:creationId xmlns:a16="http://schemas.microsoft.com/office/drawing/2014/main" id="{7F1710E6-EE5E-2623-63E2-E68133EB9133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186537" y="3455189"/>
            <a:ext cx="1705302" cy="533043"/>
          </a:xfrm>
          <a:prstGeom prst="rect">
            <a:avLst/>
          </a:prstGeom>
        </p:spPr>
      </p:pic>
      <p:pic>
        <p:nvPicPr>
          <p:cNvPr id="3" name="Imagen 2" descr="Vue.js Development Environment - Vuejs Online Editor &amp; Compiler | RunCode">
            <a:extLst>
              <a:ext uri="{FF2B5EF4-FFF2-40B4-BE49-F238E27FC236}">
                <a16:creationId xmlns:a16="http://schemas.microsoft.com/office/drawing/2014/main" id="{78F04B22-FF84-F15A-9C22-7658014E6DFB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6661688" y="2174927"/>
            <a:ext cx="2032862" cy="984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713313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5B68A13F-7B0B-4B42-0E11-B6970DE6104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54685" y="551041"/>
            <a:ext cx="11004409" cy="469685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227965" indent="-227965"/>
            <a:r>
              <a:rPr lang="es-CL">
                <a:latin typeface="Arial"/>
                <a:cs typeface="Arial"/>
              </a:rPr>
              <a:t>Tipos de </a:t>
            </a:r>
            <a:r>
              <a:rPr lang="es-CL" err="1">
                <a:latin typeface="Arial"/>
                <a:cs typeface="Arial"/>
              </a:rPr>
              <a:t>Frameworks</a:t>
            </a:r>
            <a:endParaRPr lang="es-ES" err="1"/>
          </a:p>
          <a:p>
            <a:pPr marL="227965" indent="-227965"/>
            <a:endParaRPr lang="es-CL"/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12D4547D-739E-84EA-E267-B5FF1CD5FC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8442" y="1270434"/>
            <a:ext cx="10794945" cy="8720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>
            <a:defPPr>
              <a:defRPr lang="es-CL"/>
            </a:defPPr>
            <a:lvl1pPr marL="0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defTabSz="914400">
              <a:lnSpc>
                <a:spcPct val="150000"/>
              </a:lnSpc>
            </a:pPr>
            <a:r>
              <a:rPr lang="es-ES" b="1" dirty="0">
                <a:solidFill>
                  <a:srgbClr val="4E7CDD"/>
                </a:solidFill>
                <a:latin typeface="Arial"/>
                <a:ea typeface="+mn-lt"/>
                <a:cs typeface="+mn-lt"/>
              </a:rPr>
              <a:t>Frameworks Mobile:</a:t>
            </a:r>
            <a:r>
              <a:rPr lang="es-ES" dirty="0">
                <a:latin typeface="Arial"/>
                <a:ea typeface="+mn-lt"/>
                <a:cs typeface="+mn-lt"/>
              </a:rPr>
              <a:t> Enfocados en el desarrollo de aplicaciones móviles.</a:t>
            </a:r>
          </a:p>
          <a:p>
            <a:pPr algn="just" defTabSz="9144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es-ES" dirty="0">
              <a:latin typeface="Arial"/>
              <a:cs typeface="Arial"/>
            </a:endParaRPr>
          </a:p>
        </p:txBody>
      </p:sp>
      <p:pic>
        <p:nvPicPr>
          <p:cNvPr id="3" name="Imagen 2" descr="Desarrollo en React Native - Devtop">
            <a:extLst>
              <a:ext uri="{FF2B5EF4-FFF2-40B4-BE49-F238E27FC236}">
                <a16:creationId xmlns:a16="http://schemas.microsoft.com/office/drawing/2014/main" id="{6548B6DE-0215-B2C8-FC7F-263F72F5AA6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883" y="3053255"/>
            <a:ext cx="2743200" cy="1802524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5" name="Imagen 4" descr="Archivo:Google-flutter-logo.svg - Wikipedia, la enciclopedia libre">
            <a:extLst>
              <a:ext uri="{FF2B5EF4-FFF2-40B4-BE49-F238E27FC236}">
                <a16:creationId xmlns:a16="http://schemas.microsoft.com/office/drawing/2014/main" id="{890270FE-40C8-9633-69D5-A0A7125429D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7916" y="3339517"/>
            <a:ext cx="3597165" cy="1032932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6" name="Imagen 5" descr="10 trucos para migrar de Ionic 1 a Ionic 3 - TRBL Services">
            <a:extLst>
              <a:ext uri="{FF2B5EF4-FFF2-40B4-BE49-F238E27FC236}">
                <a16:creationId xmlns:a16="http://schemas.microsoft.com/office/drawing/2014/main" id="{6DB19C6E-BB8C-39E8-997F-95EC96B1348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09539" y="2858814"/>
            <a:ext cx="2033752" cy="2020614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12" name="Rectángulo: esquinas redondeadas 11">
            <a:extLst>
              <a:ext uri="{FF2B5EF4-FFF2-40B4-BE49-F238E27FC236}">
                <a16:creationId xmlns:a16="http://schemas.microsoft.com/office/drawing/2014/main" id="{450D70A3-4BCA-B93C-9F07-3DBA8842CF58}"/>
              </a:ext>
            </a:extLst>
          </p:cNvPr>
          <p:cNvSpPr/>
          <p:nvPr/>
        </p:nvSpPr>
        <p:spPr>
          <a:xfrm>
            <a:off x="4331073" y="5454462"/>
            <a:ext cx="3630705" cy="627529"/>
          </a:xfrm>
          <a:prstGeom prst="roundRect">
            <a:avLst/>
          </a:prstGeom>
          <a:solidFill>
            <a:srgbClr val="4E7CDD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5" name="CuadroTexto 14">
            <a:extLst>
              <a:ext uri="{FF2B5EF4-FFF2-40B4-BE49-F238E27FC236}">
                <a16:creationId xmlns:a16="http://schemas.microsoft.com/office/drawing/2014/main" id="{AD374610-7914-E949-F676-9DA6F2719454}"/>
              </a:ext>
            </a:extLst>
          </p:cNvPr>
          <p:cNvSpPr txBox="1"/>
          <p:nvPr/>
        </p:nvSpPr>
        <p:spPr>
          <a:xfrm>
            <a:off x="4332194" y="5587253"/>
            <a:ext cx="363967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s-ES" b="1" dirty="0">
                <a:solidFill>
                  <a:schemeClr val="bg1"/>
                </a:solidFill>
              </a:rPr>
              <a:t>¿Conoces otros más?​</a:t>
            </a:r>
          </a:p>
        </p:txBody>
      </p:sp>
    </p:spTree>
    <p:extLst>
      <p:ext uri="{BB962C8B-B14F-4D97-AF65-F5344CB8AC3E}">
        <p14:creationId xmlns:p14="http://schemas.microsoft.com/office/powerpoint/2010/main" val="249183309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5B68A13F-7B0B-4B42-0E11-B6970DE6104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54685" y="551041"/>
            <a:ext cx="11004409" cy="469685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227965" indent="-227965"/>
            <a:r>
              <a:rPr lang="es-CL">
                <a:latin typeface="Arial"/>
                <a:cs typeface="Arial"/>
              </a:rPr>
              <a:t>Tipos de </a:t>
            </a:r>
            <a:r>
              <a:rPr lang="es-CL" err="1">
                <a:latin typeface="Arial"/>
                <a:cs typeface="Arial"/>
              </a:rPr>
              <a:t>Frameworks</a:t>
            </a:r>
            <a:endParaRPr lang="es-ES" err="1"/>
          </a:p>
          <a:p>
            <a:pPr marL="227965" indent="-227965"/>
            <a:endParaRPr lang="es-CL"/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12D4547D-739E-84EA-E267-B5FF1CD5FC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8442" y="1270434"/>
            <a:ext cx="10794945" cy="8720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>
            <a:defPPr>
              <a:defRPr lang="es-CL"/>
            </a:defPPr>
            <a:lvl1pPr marL="0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defTabSz="914400">
              <a:lnSpc>
                <a:spcPct val="150000"/>
              </a:lnSpc>
            </a:pPr>
            <a:r>
              <a:rPr lang="es-ES" b="1" dirty="0">
                <a:solidFill>
                  <a:srgbClr val="4E7CDD"/>
                </a:solidFill>
                <a:latin typeface="Arial"/>
                <a:ea typeface="+mn-lt"/>
                <a:cs typeface="+mn-lt"/>
              </a:rPr>
              <a:t>Frameworks de Escritorio:</a:t>
            </a:r>
            <a:r>
              <a:rPr lang="es-ES" dirty="0">
                <a:latin typeface="Arial"/>
                <a:ea typeface="+mn-lt"/>
                <a:cs typeface="+mn-lt"/>
              </a:rPr>
              <a:t> Utilizados para el desarrollo de aplicaciones de escritorio.</a:t>
            </a:r>
          </a:p>
          <a:p>
            <a:pPr algn="just" defTabSz="9144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es-ES" dirty="0">
              <a:latin typeface="Arial"/>
              <a:cs typeface="Arial"/>
            </a:endParaRPr>
          </a:p>
        </p:txBody>
      </p:sp>
      <p:pic>
        <p:nvPicPr>
          <p:cNvPr id="4" name="Imagen 3" descr="What programs build with Electron? electron Nomadic Soft">
            <a:extLst>
              <a:ext uri="{FF2B5EF4-FFF2-40B4-BE49-F238E27FC236}">
                <a16:creationId xmlns:a16="http://schemas.microsoft.com/office/drawing/2014/main" id="{F595757C-8AF2-18C2-F699-91DCE54327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3248" y="2718996"/>
            <a:ext cx="3707424" cy="1433147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6" name="Rectángulo: esquinas redondeadas 5">
            <a:extLst>
              <a:ext uri="{FF2B5EF4-FFF2-40B4-BE49-F238E27FC236}">
                <a16:creationId xmlns:a16="http://schemas.microsoft.com/office/drawing/2014/main" id="{F5F6304C-829C-F928-CD7E-7C675893DEE1}"/>
              </a:ext>
            </a:extLst>
          </p:cNvPr>
          <p:cNvSpPr/>
          <p:nvPr/>
        </p:nvSpPr>
        <p:spPr>
          <a:xfrm>
            <a:off x="1417544" y="4995021"/>
            <a:ext cx="3630705" cy="627529"/>
          </a:xfrm>
          <a:prstGeom prst="roundRect">
            <a:avLst/>
          </a:prstGeom>
          <a:solidFill>
            <a:srgbClr val="F9B71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9" name="Rectangle 1">
            <a:extLst>
              <a:ext uri="{FF2B5EF4-FFF2-40B4-BE49-F238E27FC236}">
                <a16:creationId xmlns:a16="http://schemas.microsoft.com/office/drawing/2014/main" id="{78FCC765-EB31-D6DA-5A67-2B68A3A66A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18384" y="4990788"/>
            <a:ext cx="3634385" cy="8720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>
            <a:defPPr>
              <a:defRPr lang="es-CL"/>
            </a:defPPr>
            <a:lvl1pPr marL="0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914400">
              <a:lnSpc>
                <a:spcPct val="150000"/>
              </a:lnSpc>
            </a:pPr>
            <a:r>
              <a:rPr lang="es-ES" b="1" dirty="0">
                <a:latin typeface="Arial"/>
                <a:ea typeface="+mn-lt"/>
                <a:cs typeface="+mn-lt"/>
              </a:rPr>
              <a:t>¿Conoces otros más?</a:t>
            </a:r>
          </a:p>
          <a:p>
            <a:pPr algn="ctr" defTabSz="9144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es-ES" b="1">
              <a:latin typeface="Arial"/>
              <a:cs typeface="Arial"/>
            </a:endParaRPr>
          </a:p>
        </p:txBody>
      </p:sp>
      <p:pic>
        <p:nvPicPr>
          <p:cNvPr id="5" name="Imagen 4" descr="Archivo:Qt logo 2016.svg - Wikipedia, la enciclopedia libre">
            <a:extLst>
              <a:ext uri="{FF2B5EF4-FFF2-40B4-BE49-F238E27FC236}">
                <a16:creationId xmlns:a16="http://schemas.microsoft.com/office/drawing/2014/main" id="{D8F56F02-907E-BBF1-7150-E7E31CF6FA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90665" y="2254715"/>
            <a:ext cx="1600200" cy="1171954"/>
          </a:xfrm>
          <a:prstGeom prst="rect">
            <a:avLst/>
          </a:prstGeom>
        </p:spPr>
      </p:pic>
      <p:pic>
        <p:nvPicPr>
          <p:cNvPr id="10" name="Imagen 9" descr="WPF archivos - Programando a medianoche">
            <a:extLst>
              <a:ext uri="{FF2B5EF4-FFF2-40B4-BE49-F238E27FC236}">
                <a16:creationId xmlns:a16="http://schemas.microsoft.com/office/drawing/2014/main" id="{D32D49C4-A668-D12E-6DF3-1C6D5B31AAD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57665" y="2946777"/>
            <a:ext cx="1779494" cy="1782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143653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F914B708-B034-DE07-667B-0AA1F2B68EEB}"/>
              </a:ext>
            </a:extLst>
          </p:cNvPr>
          <p:cNvSpPr>
            <a:spLocks noGrp="1" noChangeArrowheads="1"/>
          </p:cNvSpPr>
          <p:nvPr>
            <p:ph type="body" sz="quarter" idx="14"/>
          </p:nvPr>
        </p:nvSpPr>
        <p:spPr bwMode="auto">
          <a:xfrm>
            <a:off x="587450" y="1424261"/>
            <a:ext cx="11024171" cy="577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algn="ctr" defTabSz="9144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s-CL" sz="2400" b="1" i="1">
                <a:latin typeface="Arial"/>
                <a:cs typeface="Arial"/>
              </a:rPr>
              <a:t>¿Qué es Java Swing?</a:t>
            </a:r>
            <a:endParaRPr lang="es-CL" sz="2400" b="1" i="1"/>
          </a:p>
        </p:txBody>
      </p:sp>
      <p:pic>
        <p:nvPicPr>
          <p:cNvPr id="10" name="Imagen 9" descr="Unicode Systems LLC - Software Application Development for Financial  Services &amp; Banking">
            <a:extLst>
              <a:ext uri="{FF2B5EF4-FFF2-40B4-BE49-F238E27FC236}">
                <a16:creationId xmlns:a16="http://schemas.microsoft.com/office/drawing/2014/main" id="{DA103362-C18B-8F76-0B6E-D9DCB6AB42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3742" y="3504807"/>
            <a:ext cx="3681046" cy="2187683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3" name="Marcador de texto 1">
            <a:extLst>
              <a:ext uri="{FF2B5EF4-FFF2-40B4-BE49-F238E27FC236}">
                <a16:creationId xmlns:a16="http://schemas.microsoft.com/office/drawing/2014/main" id="{55E6C3C6-CCE4-6AFF-FCD3-AC6A736434B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54685" y="551041"/>
            <a:ext cx="11004409" cy="469685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227965" indent="-227965"/>
            <a:r>
              <a:rPr lang="es-CL" dirty="0">
                <a:latin typeface="Arial"/>
                <a:cs typeface="Arial"/>
              </a:rPr>
              <a:t>Pregunta 1</a:t>
            </a:r>
            <a:endParaRPr lang="es-CL" dirty="0"/>
          </a:p>
          <a:p>
            <a:pPr marL="227965" indent="-227965"/>
            <a:endParaRPr lang="es-CL"/>
          </a:p>
        </p:txBody>
      </p:sp>
      <p:sp>
        <p:nvSpPr>
          <p:cNvPr id="11" name="Bocadillo: ovalado 10">
            <a:extLst>
              <a:ext uri="{FF2B5EF4-FFF2-40B4-BE49-F238E27FC236}">
                <a16:creationId xmlns:a16="http://schemas.microsoft.com/office/drawing/2014/main" id="{FC26E5DC-AB95-483D-95A8-417396F0F18F}"/>
              </a:ext>
            </a:extLst>
          </p:cNvPr>
          <p:cNvSpPr/>
          <p:nvPr/>
        </p:nvSpPr>
        <p:spPr>
          <a:xfrm>
            <a:off x="6070495" y="2555194"/>
            <a:ext cx="964143" cy="750795"/>
          </a:xfrm>
          <a:prstGeom prst="wedgeEllipseCallout">
            <a:avLst/>
          </a:prstGeom>
          <a:ln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2" name="Rectangle 1">
            <a:extLst>
              <a:ext uri="{FF2B5EF4-FFF2-40B4-BE49-F238E27FC236}">
                <a16:creationId xmlns:a16="http://schemas.microsoft.com/office/drawing/2014/main" id="{5B40DE09-3350-2D20-0DE3-DFC24BBF2B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885298" y="2738713"/>
            <a:ext cx="3348142" cy="3790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defPPr>
              <a:defRPr lang="es-CL"/>
            </a:defPPr>
            <a:lvl1pPr marL="0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9144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s-CL" sz="1400" i="1" dirty="0">
                <a:latin typeface="Montserrat"/>
                <a:cs typeface="Arial"/>
              </a:rPr>
              <a:t>¿Java?</a:t>
            </a:r>
            <a:endParaRPr lang="es-CL" sz="1400" i="1">
              <a:latin typeface="Montserrat"/>
            </a:endParaRPr>
          </a:p>
        </p:txBody>
      </p:sp>
      <p:sp>
        <p:nvSpPr>
          <p:cNvPr id="13" name="Bocadillo: ovalado 12">
            <a:extLst>
              <a:ext uri="{FF2B5EF4-FFF2-40B4-BE49-F238E27FC236}">
                <a16:creationId xmlns:a16="http://schemas.microsoft.com/office/drawing/2014/main" id="{F66B776F-D436-E81E-8220-D7669C1C4DC4}"/>
              </a:ext>
            </a:extLst>
          </p:cNvPr>
          <p:cNvSpPr/>
          <p:nvPr/>
        </p:nvSpPr>
        <p:spPr>
          <a:xfrm rot="-1800000" flipH="1">
            <a:off x="1728139" y="2543036"/>
            <a:ext cx="2558870" cy="1819572"/>
          </a:xfrm>
          <a:prstGeom prst="wedgeEllipseCallout">
            <a:avLst/>
          </a:prstGeom>
          <a:ln>
            <a:solidFill>
              <a:srgbClr val="4E7CDC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4" name="Rectangle 1">
            <a:extLst>
              <a:ext uri="{FF2B5EF4-FFF2-40B4-BE49-F238E27FC236}">
                <a16:creationId xmlns:a16="http://schemas.microsoft.com/office/drawing/2014/main" id="{5B496311-03CE-94C7-A21F-7F2E77E274B9}"/>
              </a:ext>
            </a:extLst>
          </p:cNvPr>
          <p:cNvSpPr txBox="1">
            <a:spLocks noChangeArrowheads="1"/>
          </p:cNvSpPr>
          <p:nvPr/>
        </p:nvSpPr>
        <p:spPr bwMode="auto">
          <a:xfrm rot="20400000">
            <a:off x="1711725" y="3201559"/>
            <a:ext cx="2576100" cy="4199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defPPr>
              <a:defRPr lang="es-CL"/>
            </a:defPPr>
            <a:lvl1pPr marL="0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9144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s-CL" sz="1600" i="1" dirty="0">
                <a:latin typeface="Montserrat"/>
                <a:cs typeface="Arial"/>
              </a:rPr>
              <a:t>¿Es una biblioteca?</a:t>
            </a:r>
            <a:endParaRPr lang="es-ES" sz="1600" dirty="0">
              <a:latin typeface="Montserrat"/>
            </a:endParaRPr>
          </a:p>
        </p:txBody>
      </p:sp>
      <p:sp>
        <p:nvSpPr>
          <p:cNvPr id="17" name="Bocadillo: ovalado 16">
            <a:extLst>
              <a:ext uri="{FF2B5EF4-FFF2-40B4-BE49-F238E27FC236}">
                <a16:creationId xmlns:a16="http://schemas.microsoft.com/office/drawing/2014/main" id="{848FF32D-F313-EE73-6555-78F9EDACA89C}"/>
              </a:ext>
            </a:extLst>
          </p:cNvPr>
          <p:cNvSpPr/>
          <p:nvPr/>
        </p:nvSpPr>
        <p:spPr>
          <a:xfrm rot="2100000">
            <a:off x="8660959" y="2516379"/>
            <a:ext cx="1914168" cy="1582067"/>
          </a:xfrm>
          <a:prstGeom prst="wedgeEllipseCallout">
            <a:avLst/>
          </a:prstGeom>
          <a:ln>
            <a:solidFill>
              <a:schemeClr val="tx1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8" name="Rectangle 1">
            <a:extLst>
              <a:ext uri="{FF2B5EF4-FFF2-40B4-BE49-F238E27FC236}">
                <a16:creationId xmlns:a16="http://schemas.microsoft.com/office/drawing/2014/main" id="{E109C633-53CA-A07F-4846-F72667169039}"/>
              </a:ext>
            </a:extLst>
          </p:cNvPr>
          <p:cNvSpPr txBox="1">
            <a:spLocks noChangeArrowheads="1"/>
          </p:cNvSpPr>
          <p:nvPr/>
        </p:nvSpPr>
        <p:spPr bwMode="auto">
          <a:xfrm rot="1020000">
            <a:off x="7857331" y="3087213"/>
            <a:ext cx="3516230" cy="3832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ctr" anchorCtr="0" compatLnSpc="1">
            <a:prstTxWarp prst="textNoShape">
              <a:avLst/>
            </a:prstTxWarp>
            <a:spAutoFit/>
          </a:bodyPr>
          <a:lstStyle>
            <a:defPPr>
              <a:defRPr lang="es-CL"/>
            </a:defPPr>
            <a:lvl1pPr marL="0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9144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s-CL" sz="1400" i="1" dirty="0">
                <a:latin typeface="Montserrat"/>
                <a:cs typeface="Arial"/>
              </a:rPr>
              <a:t>Es un </a:t>
            </a:r>
            <a:r>
              <a:rPr lang="es-CL" sz="1400" i="1" err="1">
                <a:latin typeface="Montserrat"/>
                <a:cs typeface="Arial"/>
              </a:rPr>
              <a:t>framework</a:t>
            </a:r>
            <a:r>
              <a:rPr lang="es-CL" sz="1400" i="1" dirty="0">
                <a:latin typeface="Montserrat"/>
                <a:cs typeface="Arial"/>
              </a:rPr>
              <a:t>...</a:t>
            </a:r>
            <a:endParaRPr lang="es-ES" sz="1400" dirty="0"/>
          </a:p>
        </p:txBody>
      </p:sp>
    </p:spTree>
    <p:extLst>
      <p:ext uri="{BB962C8B-B14F-4D97-AF65-F5344CB8AC3E}">
        <p14:creationId xmlns:p14="http://schemas.microsoft.com/office/powerpoint/2010/main" val="41575402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5B68A13F-7B0B-4B42-0E11-B6970DE6104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54685" y="551041"/>
            <a:ext cx="11004409" cy="469685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227965" indent="-227965"/>
            <a:r>
              <a:rPr lang="es-CL">
                <a:latin typeface="Arial"/>
                <a:cs typeface="Arial"/>
              </a:rPr>
              <a:t>Java Swing</a:t>
            </a:r>
            <a:endParaRPr lang="es-CL"/>
          </a:p>
          <a:p>
            <a:pPr marL="0" indent="0">
              <a:buNone/>
            </a:pPr>
            <a:endParaRPr lang="es-CL"/>
          </a:p>
          <a:p>
            <a:pPr marL="227965" indent="-227965"/>
            <a:endParaRPr lang="es-CL"/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12D4547D-739E-84EA-E267-B5FF1CD5FC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1959" y="1257297"/>
            <a:ext cx="11241633" cy="212737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>
            <a:defPPr>
              <a:defRPr lang="es-CL"/>
            </a:defPPr>
            <a:lvl1pPr marL="0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defTabSz="914400">
              <a:lnSpc>
                <a:spcPct val="150000"/>
              </a:lnSpc>
            </a:pPr>
            <a:r>
              <a:rPr lang="es-ES" dirty="0">
                <a:solidFill>
                  <a:srgbClr val="000000"/>
                </a:solidFill>
                <a:latin typeface="Arial"/>
                <a:ea typeface="+mn-lt"/>
                <a:cs typeface="+mn-lt"/>
              </a:rPr>
              <a:t>Es una </a:t>
            </a:r>
            <a:r>
              <a:rPr lang="es-ES" b="1" dirty="0">
                <a:solidFill>
                  <a:srgbClr val="4E7CDC"/>
                </a:solidFill>
                <a:latin typeface="Arial"/>
                <a:ea typeface="+mn-lt"/>
                <a:cs typeface="+mn-lt"/>
              </a:rPr>
              <a:t>biblioteca </a:t>
            </a:r>
            <a:r>
              <a:rPr lang="es-ES" dirty="0">
                <a:solidFill>
                  <a:srgbClr val="000000"/>
                </a:solidFill>
                <a:latin typeface="Arial"/>
                <a:ea typeface="+mn-lt"/>
                <a:cs typeface="+mn-lt"/>
              </a:rPr>
              <a:t>de componentes</a:t>
            </a:r>
            <a:r>
              <a:rPr lang="es-ES" b="1" dirty="0">
                <a:solidFill>
                  <a:srgbClr val="4E7CDD"/>
                </a:solidFill>
                <a:latin typeface="Arial"/>
                <a:ea typeface="+mn-lt"/>
                <a:cs typeface="+mn-lt"/>
              </a:rPr>
              <a:t> gráficos en Java</a:t>
            </a:r>
            <a:r>
              <a:rPr lang="es-ES" dirty="0">
                <a:solidFill>
                  <a:srgbClr val="000000"/>
                </a:solidFill>
                <a:latin typeface="Arial"/>
                <a:ea typeface="+mn-lt"/>
                <a:cs typeface="+mn-lt"/>
              </a:rPr>
              <a:t> que proporciona una</a:t>
            </a:r>
            <a:r>
              <a:rPr lang="es-ES" b="1" dirty="0">
                <a:solidFill>
                  <a:srgbClr val="4E7CDD"/>
                </a:solidFill>
                <a:latin typeface="Arial"/>
                <a:ea typeface="+mn-lt"/>
                <a:cs typeface="+mn-lt"/>
              </a:rPr>
              <a:t> interfaz más rica y flexible</a:t>
            </a:r>
            <a:r>
              <a:rPr lang="es-ES" b="1" dirty="0">
                <a:latin typeface="Arial"/>
                <a:ea typeface="+mn-lt"/>
                <a:cs typeface="+mn-lt"/>
              </a:rPr>
              <a:t>.</a:t>
            </a:r>
            <a:r>
              <a:rPr lang="es-ES" dirty="0">
                <a:solidFill>
                  <a:srgbClr val="000000"/>
                </a:solidFill>
                <a:latin typeface="Arial"/>
                <a:ea typeface="+mn-lt"/>
                <a:cs typeface="+mn-lt"/>
              </a:rPr>
              <a:t> Ofrece controles como </a:t>
            </a:r>
            <a:r>
              <a:rPr lang="es-ES" b="1" dirty="0">
                <a:solidFill>
                  <a:srgbClr val="4E7CDD"/>
                </a:solidFill>
                <a:latin typeface="Arial"/>
                <a:ea typeface="+mn-lt"/>
                <a:cs typeface="+mn-lt"/>
              </a:rPr>
              <a:t>JFrame</a:t>
            </a:r>
            <a:r>
              <a:rPr lang="es-ES" dirty="0">
                <a:solidFill>
                  <a:srgbClr val="000000"/>
                </a:solidFill>
                <a:latin typeface="Arial"/>
                <a:ea typeface="+mn-lt"/>
                <a:cs typeface="+mn-lt"/>
              </a:rPr>
              <a:t>, </a:t>
            </a:r>
            <a:r>
              <a:rPr lang="es-ES" b="1" err="1">
                <a:solidFill>
                  <a:srgbClr val="4E7CDD"/>
                </a:solidFill>
                <a:latin typeface="Arial"/>
                <a:ea typeface="+mn-lt"/>
                <a:cs typeface="+mn-lt"/>
              </a:rPr>
              <a:t>JLabel</a:t>
            </a:r>
            <a:r>
              <a:rPr lang="es-ES" dirty="0">
                <a:solidFill>
                  <a:srgbClr val="000000"/>
                </a:solidFill>
                <a:latin typeface="Arial"/>
                <a:ea typeface="+mn-lt"/>
                <a:cs typeface="+mn-lt"/>
              </a:rPr>
              <a:t>, </a:t>
            </a:r>
            <a:r>
              <a:rPr lang="es-ES" b="1" err="1">
                <a:solidFill>
                  <a:srgbClr val="4E7CDD"/>
                </a:solidFill>
                <a:latin typeface="Arial"/>
                <a:ea typeface="+mn-lt"/>
                <a:cs typeface="+mn-lt"/>
              </a:rPr>
              <a:t>JTextField</a:t>
            </a:r>
            <a:r>
              <a:rPr lang="es-ES" b="1" dirty="0">
                <a:solidFill>
                  <a:srgbClr val="4E7CDD"/>
                </a:solidFill>
                <a:latin typeface="Arial"/>
                <a:ea typeface="+mn-lt"/>
                <a:cs typeface="+mn-lt"/>
              </a:rPr>
              <a:t> </a:t>
            </a:r>
            <a:r>
              <a:rPr lang="es-ES" dirty="0">
                <a:solidFill>
                  <a:srgbClr val="000000"/>
                </a:solidFill>
                <a:latin typeface="Arial"/>
                <a:ea typeface="+mn-lt"/>
                <a:cs typeface="+mn-lt"/>
              </a:rPr>
              <a:t>y </a:t>
            </a:r>
            <a:r>
              <a:rPr lang="es-ES" b="1" err="1">
                <a:solidFill>
                  <a:srgbClr val="4E7CDD"/>
                </a:solidFill>
                <a:latin typeface="Arial"/>
                <a:ea typeface="+mn-lt"/>
                <a:cs typeface="+mn-lt"/>
              </a:rPr>
              <a:t>JButton</a:t>
            </a:r>
            <a:r>
              <a:rPr lang="es-ES" dirty="0">
                <a:solidFill>
                  <a:srgbClr val="000000"/>
                </a:solidFill>
                <a:latin typeface="Arial"/>
                <a:ea typeface="+mn-lt"/>
                <a:cs typeface="+mn-lt"/>
              </a:rPr>
              <a:t>.</a:t>
            </a:r>
            <a:endParaRPr lang="es-ES" dirty="0"/>
          </a:p>
          <a:p>
            <a:pPr algn="just" defTabSz="914400">
              <a:lnSpc>
                <a:spcPct val="150000"/>
              </a:lnSpc>
            </a:pPr>
            <a:endParaRPr lang="es-ES">
              <a:solidFill>
                <a:srgbClr val="000000"/>
              </a:solidFill>
              <a:latin typeface="Arial"/>
              <a:ea typeface="+mn-lt"/>
              <a:cs typeface="+mn-lt"/>
            </a:endParaRPr>
          </a:p>
          <a:p>
            <a:pPr algn="just" defTabSz="914400">
              <a:lnSpc>
                <a:spcPct val="150000"/>
              </a:lnSpc>
            </a:pPr>
            <a:r>
              <a:rPr lang="es-ES" dirty="0">
                <a:latin typeface="Arial"/>
                <a:ea typeface="+mn-lt"/>
                <a:cs typeface="+mn-lt"/>
              </a:rPr>
              <a:t>Es ampliamente utilizada para desarrollar aplicaciones </a:t>
            </a:r>
            <a:r>
              <a:rPr lang="es-ES" dirty="0">
                <a:solidFill>
                  <a:srgbClr val="000000"/>
                </a:solidFill>
                <a:latin typeface="Arial"/>
                <a:ea typeface="+mn-lt"/>
                <a:cs typeface="+mn-lt"/>
              </a:rPr>
              <a:t>gráficas </a:t>
            </a:r>
            <a:r>
              <a:rPr lang="es-ES" dirty="0">
                <a:latin typeface="Arial"/>
                <a:ea typeface="+mn-lt"/>
                <a:cs typeface="+mn-lt"/>
              </a:rPr>
              <a:t>en </a:t>
            </a:r>
            <a:r>
              <a:rPr lang="es-ES" dirty="0">
                <a:solidFill>
                  <a:srgbClr val="000000"/>
                </a:solidFill>
                <a:latin typeface="Arial"/>
                <a:ea typeface="+mn-lt"/>
                <a:cs typeface="+mn-lt"/>
              </a:rPr>
              <a:t>Java, como interfaces de </a:t>
            </a:r>
            <a:r>
              <a:rPr lang="es-ES" dirty="0">
                <a:latin typeface="Arial"/>
                <a:ea typeface="+mn-lt"/>
                <a:cs typeface="+mn-lt"/>
              </a:rPr>
              <a:t>usuario, aplicaciones de escritorio.</a:t>
            </a:r>
            <a:endParaRPr lang="es-ES" dirty="0"/>
          </a:p>
        </p:txBody>
      </p:sp>
      <p:pic>
        <p:nvPicPr>
          <p:cNvPr id="5" name="Imagen 4" descr="Unicode Systems LLC - Software Application Development for Financial  Services &amp; Banking">
            <a:extLst>
              <a:ext uri="{FF2B5EF4-FFF2-40B4-BE49-F238E27FC236}">
                <a16:creationId xmlns:a16="http://schemas.microsoft.com/office/drawing/2014/main" id="{D701AAED-3DD9-4F0A-8D9C-97A7360B69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60602" y="3804079"/>
            <a:ext cx="3194943" cy="1832959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6" name="Imagen 5" descr="Interfaz de usuario gráfica&#10;&#10;Descripción generada automáticamente">
            <a:extLst>
              <a:ext uri="{FF2B5EF4-FFF2-40B4-BE49-F238E27FC236}">
                <a16:creationId xmlns:a16="http://schemas.microsoft.com/office/drawing/2014/main" id="{FD38FC15-4B74-58CF-6845-4F4BFBFF77F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28126" y="3380883"/>
            <a:ext cx="5744232" cy="2894615"/>
          </a:xfrm>
          <a:prstGeom prst="rect">
            <a:avLst/>
          </a:prstGeom>
          <a:ln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6441138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F914B708-B034-DE07-667B-0AA1F2B68EEB}"/>
              </a:ext>
            </a:extLst>
          </p:cNvPr>
          <p:cNvSpPr>
            <a:spLocks noGrp="1" noChangeArrowheads="1"/>
          </p:cNvSpPr>
          <p:nvPr>
            <p:ph type="body" sz="quarter" idx="14"/>
          </p:nvPr>
        </p:nvSpPr>
        <p:spPr bwMode="auto">
          <a:xfrm>
            <a:off x="654685" y="1670790"/>
            <a:ext cx="11024171" cy="577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algn="ctr" defTabSz="9144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s-CL" sz="2400" b="1" i="1">
                <a:latin typeface="Arial"/>
                <a:cs typeface="Arial"/>
              </a:rPr>
              <a:t>¿Qué es </a:t>
            </a:r>
            <a:r>
              <a:rPr lang="es-CL" sz="2400" b="1" i="1" err="1">
                <a:latin typeface="Arial"/>
                <a:cs typeface="Arial"/>
              </a:rPr>
              <a:t>React</a:t>
            </a:r>
            <a:r>
              <a:rPr lang="es-CL" sz="2400" b="1" i="1">
                <a:latin typeface="Arial"/>
                <a:cs typeface="Arial"/>
              </a:rPr>
              <a:t>?</a:t>
            </a:r>
            <a:endParaRPr lang="es-CL" sz="2400" b="1" i="1"/>
          </a:p>
        </p:txBody>
      </p:sp>
      <p:pic>
        <p:nvPicPr>
          <p:cNvPr id="9" name="Imagen 8" descr="React Logo, symbol, meaning, history, PNG, brand">
            <a:extLst>
              <a:ext uri="{FF2B5EF4-FFF2-40B4-BE49-F238E27FC236}">
                <a16:creationId xmlns:a16="http://schemas.microsoft.com/office/drawing/2014/main" id="{D8244C87-CC7A-404B-028E-5884B6A201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13555" y="2823552"/>
            <a:ext cx="4140200" cy="2334357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3" name="Marcador de texto 1">
            <a:extLst>
              <a:ext uri="{FF2B5EF4-FFF2-40B4-BE49-F238E27FC236}">
                <a16:creationId xmlns:a16="http://schemas.microsoft.com/office/drawing/2014/main" id="{5C9AE5EE-BABF-0085-BA32-9B60AD6A154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54685" y="551041"/>
            <a:ext cx="11004409" cy="469685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227965" indent="-227965"/>
            <a:r>
              <a:rPr lang="es-CL" dirty="0">
                <a:latin typeface="Arial"/>
                <a:cs typeface="Arial"/>
              </a:rPr>
              <a:t>Pregunta 2</a:t>
            </a:r>
            <a:endParaRPr lang="es-CL" dirty="0"/>
          </a:p>
          <a:p>
            <a:pPr marL="227965" indent="-227965"/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72809663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5B68A13F-7B0B-4B42-0E11-B6970DE6104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54685" y="551041"/>
            <a:ext cx="11004409" cy="469685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227965" indent="-227965"/>
            <a:r>
              <a:rPr lang="es-CL" err="1">
                <a:latin typeface="Arial"/>
                <a:cs typeface="Arial"/>
              </a:rPr>
              <a:t>React</a:t>
            </a:r>
            <a:endParaRPr lang="es-CL"/>
          </a:p>
          <a:p>
            <a:pPr marL="0" indent="0">
              <a:buNone/>
            </a:pPr>
            <a:endParaRPr lang="es-CL"/>
          </a:p>
          <a:p>
            <a:pPr marL="227965" indent="-227965"/>
            <a:endParaRPr lang="es-CL"/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12D4547D-739E-84EA-E267-B5FF1CD5FC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1959" y="1257297"/>
            <a:ext cx="11241633" cy="33650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>
            <a:defPPr>
              <a:defRPr lang="es-CL"/>
            </a:defPPr>
            <a:lvl1pPr marL="0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defTabSz="914400">
              <a:lnSpc>
                <a:spcPct val="150000"/>
              </a:lnSpc>
            </a:pPr>
            <a:r>
              <a:rPr lang="es-ES" dirty="0">
                <a:solidFill>
                  <a:srgbClr val="000000"/>
                </a:solidFill>
                <a:latin typeface="Arial"/>
                <a:ea typeface="+mn-lt"/>
                <a:cs typeface="Arial"/>
              </a:rPr>
              <a:t>Es una </a:t>
            </a:r>
            <a:r>
              <a:rPr lang="es-ES" b="1" dirty="0">
                <a:solidFill>
                  <a:srgbClr val="4E7CDC"/>
                </a:solidFill>
                <a:latin typeface="Arial"/>
                <a:ea typeface="+mn-lt"/>
                <a:cs typeface="Arial"/>
              </a:rPr>
              <a:t>biblioteca </a:t>
            </a:r>
            <a:r>
              <a:rPr lang="es-ES" dirty="0">
                <a:solidFill>
                  <a:srgbClr val="000000"/>
                </a:solidFill>
                <a:latin typeface="Arial"/>
                <a:ea typeface="+mn-lt"/>
                <a:cs typeface="Arial"/>
              </a:rPr>
              <a:t>de </a:t>
            </a:r>
            <a:r>
              <a:rPr lang="es-ES" b="1" dirty="0">
                <a:solidFill>
                  <a:srgbClr val="4E7CDD"/>
                </a:solidFill>
                <a:latin typeface="Arial"/>
                <a:ea typeface="+mn-lt"/>
                <a:cs typeface="Arial"/>
              </a:rPr>
              <a:t>JavaScript </a:t>
            </a:r>
            <a:r>
              <a:rPr lang="es-ES" dirty="0">
                <a:solidFill>
                  <a:srgbClr val="000000"/>
                </a:solidFill>
                <a:latin typeface="Arial"/>
                <a:ea typeface="+mn-lt"/>
                <a:cs typeface="Arial"/>
              </a:rPr>
              <a:t>de código abierto para construir interfaces de usuario. </a:t>
            </a:r>
          </a:p>
          <a:p>
            <a:pPr algn="just" defTabSz="914400">
              <a:lnSpc>
                <a:spcPct val="150000"/>
              </a:lnSpc>
            </a:pPr>
            <a:r>
              <a:rPr lang="es-ES" dirty="0">
                <a:solidFill>
                  <a:srgbClr val="000000"/>
                </a:solidFill>
                <a:latin typeface="Arial"/>
                <a:ea typeface="+mn-lt"/>
                <a:cs typeface="Arial"/>
              </a:rPr>
              <a:t>Desarrollada por </a:t>
            </a:r>
            <a:r>
              <a:rPr lang="es-ES" b="1" dirty="0">
                <a:solidFill>
                  <a:srgbClr val="4E7CDD"/>
                </a:solidFill>
                <a:latin typeface="Arial"/>
                <a:ea typeface="+mn-lt"/>
                <a:cs typeface="Arial"/>
              </a:rPr>
              <a:t>Facebook</a:t>
            </a:r>
            <a:r>
              <a:rPr lang="es-ES" dirty="0">
                <a:solidFill>
                  <a:srgbClr val="000000"/>
                </a:solidFill>
                <a:latin typeface="Arial"/>
                <a:ea typeface="+mn-lt"/>
                <a:cs typeface="Arial"/>
              </a:rPr>
              <a:t>, </a:t>
            </a:r>
            <a:r>
              <a:rPr lang="es-ES" dirty="0" err="1">
                <a:solidFill>
                  <a:srgbClr val="000000"/>
                </a:solidFill>
                <a:latin typeface="Arial"/>
                <a:ea typeface="+mn-lt"/>
                <a:cs typeface="Arial"/>
              </a:rPr>
              <a:t>React</a:t>
            </a:r>
            <a:r>
              <a:rPr lang="es-ES" dirty="0">
                <a:solidFill>
                  <a:srgbClr val="000000"/>
                </a:solidFill>
                <a:latin typeface="Arial"/>
                <a:ea typeface="+mn-lt"/>
                <a:cs typeface="Arial"/>
              </a:rPr>
              <a:t> se basa en</a:t>
            </a:r>
            <a:r>
              <a:rPr lang="es-ES" b="1" dirty="0">
                <a:solidFill>
                  <a:srgbClr val="4E7CDD"/>
                </a:solidFill>
                <a:latin typeface="Arial"/>
                <a:ea typeface="+mn-lt"/>
                <a:cs typeface="Arial"/>
              </a:rPr>
              <a:t> componentes reutilizables</a:t>
            </a:r>
            <a:r>
              <a:rPr lang="es-ES" dirty="0">
                <a:solidFill>
                  <a:srgbClr val="000000"/>
                </a:solidFill>
                <a:latin typeface="Arial"/>
                <a:ea typeface="+mn-lt"/>
                <a:cs typeface="Arial"/>
              </a:rPr>
              <a:t> y un</a:t>
            </a:r>
            <a:r>
              <a:rPr lang="es-ES" b="1" dirty="0">
                <a:solidFill>
                  <a:srgbClr val="4E7CDD"/>
                </a:solidFill>
                <a:latin typeface="Arial"/>
                <a:ea typeface="+mn-lt"/>
                <a:cs typeface="Arial"/>
              </a:rPr>
              <a:t> Virtual DOM </a:t>
            </a:r>
            <a:r>
              <a:rPr lang="es-ES" dirty="0">
                <a:solidFill>
                  <a:srgbClr val="000000"/>
                </a:solidFill>
                <a:latin typeface="Arial"/>
                <a:ea typeface="+mn-lt"/>
                <a:cs typeface="Arial"/>
              </a:rPr>
              <a:t>para mejorar el rendimiento.</a:t>
            </a:r>
          </a:p>
          <a:p>
            <a:pPr algn="just" defTabSz="914400">
              <a:lnSpc>
                <a:spcPct val="150000"/>
              </a:lnSpc>
            </a:pPr>
            <a:r>
              <a:rPr lang="es-ES" dirty="0" err="1">
                <a:solidFill>
                  <a:srgbClr val="000000"/>
                </a:solidFill>
                <a:latin typeface="Arial"/>
                <a:ea typeface="+mn-lt"/>
                <a:cs typeface="Arial"/>
              </a:rPr>
              <a:t>React</a:t>
            </a:r>
            <a:r>
              <a:rPr lang="es-ES" dirty="0">
                <a:solidFill>
                  <a:srgbClr val="000000"/>
                </a:solidFill>
                <a:latin typeface="Arial"/>
                <a:ea typeface="+mn-lt"/>
                <a:cs typeface="Arial"/>
              </a:rPr>
              <a:t> se ha convertido </a:t>
            </a:r>
            <a:r>
              <a:rPr lang="es-ES" dirty="0">
                <a:latin typeface="Arial"/>
                <a:ea typeface="+mn-lt"/>
                <a:cs typeface="Arial"/>
              </a:rPr>
              <a:t>en una </a:t>
            </a:r>
            <a:r>
              <a:rPr lang="es-ES" b="1" dirty="0">
                <a:solidFill>
                  <a:srgbClr val="4E7CDD"/>
                </a:solidFill>
                <a:latin typeface="Arial"/>
                <a:ea typeface="+mn-lt"/>
                <a:cs typeface="Arial"/>
              </a:rPr>
              <a:t>elección popular</a:t>
            </a:r>
            <a:r>
              <a:rPr lang="es-ES" dirty="0">
                <a:latin typeface="Arial"/>
                <a:ea typeface="+mn-lt"/>
                <a:cs typeface="Arial"/>
              </a:rPr>
              <a:t> para el desarrollo web moderno, permitiendo a los desarrolladores construir interfaces interactivas y eficientes. </a:t>
            </a:r>
          </a:p>
          <a:p>
            <a:pPr algn="just" defTabSz="914400">
              <a:lnSpc>
                <a:spcPct val="150000"/>
              </a:lnSpc>
            </a:pPr>
            <a:r>
              <a:rPr lang="es-ES" dirty="0">
                <a:latin typeface="Arial"/>
                <a:ea typeface="+mn-lt"/>
                <a:cs typeface="Arial"/>
              </a:rPr>
              <a:t>Su enfoque en la modularidad, la eficiencia y la legibilidad del código lo hacen una </a:t>
            </a:r>
            <a:r>
              <a:rPr lang="es-ES" b="1" dirty="0">
                <a:solidFill>
                  <a:srgbClr val="4E7CDD"/>
                </a:solidFill>
                <a:latin typeface="Arial"/>
                <a:ea typeface="+mn-lt"/>
                <a:cs typeface="Arial"/>
              </a:rPr>
              <a:t>herramienta poderosa</a:t>
            </a:r>
            <a:r>
              <a:rPr lang="es-ES" dirty="0">
                <a:latin typeface="Arial"/>
                <a:ea typeface="+mn-lt"/>
                <a:cs typeface="Arial"/>
              </a:rPr>
              <a:t> y </a:t>
            </a:r>
            <a:r>
              <a:rPr lang="es-ES" b="1" dirty="0">
                <a:solidFill>
                  <a:srgbClr val="4E7CDD"/>
                </a:solidFill>
                <a:latin typeface="Arial"/>
                <a:ea typeface="+mn-lt"/>
                <a:cs typeface="Arial"/>
              </a:rPr>
              <a:t>flexible </a:t>
            </a:r>
            <a:r>
              <a:rPr lang="es-ES" dirty="0">
                <a:latin typeface="Arial"/>
                <a:ea typeface="+mn-lt"/>
                <a:cs typeface="Arial"/>
              </a:rPr>
              <a:t>para crear aplicaciones web escalables y mantenibles.</a:t>
            </a:r>
            <a:endParaRPr lang="es-ES" dirty="0">
              <a:latin typeface="Arial"/>
              <a:cs typeface="Arial"/>
            </a:endParaRPr>
          </a:p>
          <a:p>
            <a:pPr algn="just" defTabSz="9144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es-ES">
              <a:latin typeface="Arial"/>
              <a:cs typeface="Arial"/>
            </a:endParaRPr>
          </a:p>
        </p:txBody>
      </p:sp>
      <p:pic>
        <p:nvPicPr>
          <p:cNvPr id="4" name="Imagen 3" descr="React Logo, symbol, meaning, history, PNG, brand">
            <a:extLst>
              <a:ext uri="{FF2B5EF4-FFF2-40B4-BE49-F238E27FC236}">
                <a16:creationId xmlns:a16="http://schemas.microsoft.com/office/drawing/2014/main" id="{3BAFEDAE-903C-E8F4-DFDB-5EDDDFED43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31825" y="4175562"/>
            <a:ext cx="4152900" cy="2343150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7" name="Imagen 6" descr="Facebook, ¿la mejor red social para empresas? - SEOptimer">
            <a:extLst>
              <a:ext uri="{FF2B5EF4-FFF2-40B4-BE49-F238E27FC236}">
                <a16:creationId xmlns:a16="http://schemas.microsoft.com/office/drawing/2014/main" id="{2F94F59C-11D8-3A9B-983F-16AA2B16D46E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6452" r="478" b="30108"/>
          <a:stretch/>
        </p:blipFill>
        <p:spPr>
          <a:xfrm>
            <a:off x="1453055" y="4978140"/>
            <a:ext cx="2638111" cy="7419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507782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F914B708-B034-DE07-667B-0AA1F2B68EEB}"/>
              </a:ext>
            </a:extLst>
          </p:cNvPr>
          <p:cNvSpPr>
            <a:spLocks noGrp="1" noChangeArrowheads="1"/>
          </p:cNvSpPr>
          <p:nvPr>
            <p:ph type="body" sz="quarter" idx="14"/>
          </p:nvPr>
        </p:nvSpPr>
        <p:spPr bwMode="auto">
          <a:xfrm>
            <a:off x="644247" y="1535091"/>
            <a:ext cx="11024171" cy="577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algn="ctr" defTabSz="9144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s-CL" sz="2400" b="1" i="1">
                <a:latin typeface="Arial"/>
                <a:cs typeface="Arial"/>
              </a:rPr>
              <a:t>¿Qué es Spring</a:t>
            </a:r>
            <a:r>
              <a:rPr lang="es-CL" sz="2400" b="1" i="1" dirty="0">
                <a:latin typeface="Arial"/>
                <a:cs typeface="Arial"/>
              </a:rPr>
              <a:t>?</a:t>
            </a:r>
            <a:endParaRPr lang="es-CL" sz="2400" b="1" i="1" dirty="0"/>
          </a:p>
        </p:txBody>
      </p:sp>
      <p:sp>
        <p:nvSpPr>
          <p:cNvPr id="3" name="Marcador de texto 1">
            <a:extLst>
              <a:ext uri="{FF2B5EF4-FFF2-40B4-BE49-F238E27FC236}">
                <a16:creationId xmlns:a16="http://schemas.microsoft.com/office/drawing/2014/main" id="{5C9AE5EE-BABF-0085-BA32-9B60AD6A154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54685" y="551041"/>
            <a:ext cx="11004409" cy="469685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227965" indent="-227965"/>
            <a:r>
              <a:rPr lang="es-CL" dirty="0">
                <a:latin typeface="Arial"/>
                <a:cs typeface="Arial"/>
              </a:rPr>
              <a:t>Pregunta 3</a:t>
            </a:r>
            <a:endParaRPr lang="es-CL" dirty="0"/>
          </a:p>
          <a:p>
            <a:pPr marL="227965" indent="-227965"/>
            <a:endParaRPr lang="es-CL" dirty="0"/>
          </a:p>
        </p:txBody>
      </p:sp>
      <p:pic>
        <p:nvPicPr>
          <p:cNvPr id="2" name="Imagen 1" descr="Logotipo, nombre de la empresa&#10;&#10;Descripción generada automáticamente">
            <a:extLst>
              <a:ext uri="{FF2B5EF4-FFF2-40B4-BE49-F238E27FC236}">
                <a16:creationId xmlns:a16="http://schemas.microsoft.com/office/drawing/2014/main" id="{610F59E4-AE7A-AB3D-D626-8645FD8CAE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30674" y="2104734"/>
            <a:ext cx="6730651" cy="3525352"/>
          </a:xfrm>
          <a:prstGeom prst="rect">
            <a:avLst/>
          </a:prstGeom>
          <a:ln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284228330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5B68A13F-7B0B-4B42-0E11-B6970DE6104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54685" y="551041"/>
            <a:ext cx="11004409" cy="469685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227965" indent="-227965"/>
            <a:r>
              <a:rPr lang="es-CL" dirty="0">
                <a:latin typeface="Arial"/>
                <a:cs typeface="Arial"/>
              </a:rPr>
              <a:t>Spring</a:t>
            </a:r>
            <a:endParaRPr lang="es-CL" dirty="0"/>
          </a:p>
          <a:p>
            <a:pPr marL="0" indent="0">
              <a:buNone/>
            </a:pPr>
            <a:endParaRPr lang="es-CL"/>
          </a:p>
          <a:p>
            <a:pPr marL="227965" indent="-227965"/>
            <a:endParaRPr lang="es-CL"/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12D4547D-739E-84EA-E267-B5FF1CD5FC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1959" y="1257297"/>
            <a:ext cx="11241633" cy="17030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>
            <a:defPPr>
              <a:defRPr lang="es-CL"/>
            </a:defPPr>
            <a:lvl1pPr marL="0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defTabSz="914400">
              <a:lnSpc>
                <a:spcPct val="150000"/>
              </a:lnSpc>
            </a:pPr>
            <a:r>
              <a:rPr lang="es-ES" dirty="0">
                <a:solidFill>
                  <a:srgbClr val="000000"/>
                </a:solidFill>
                <a:latin typeface="Arial"/>
                <a:ea typeface="+mn-lt"/>
                <a:cs typeface="Arial"/>
              </a:rPr>
              <a:t>Es un </a:t>
            </a:r>
            <a:r>
              <a:rPr lang="es-ES" b="1" dirty="0">
                <a:solidFill>
                  <a:srgbClr val="4E7CDC"/>
                </a:solidFill>
                <a:latin typeface="Arial"/>
                <a:ea typeface="+mn-lt"/>
                <a:cs typeface="Arial"/>
              </a:rPr>
              <a:t>framework </a:t>
            </a:r>
            <a:r>
              <a:rPr lang="es-ES" dirty="0">
                <a:solidFill>
                  <a:srgbClr val="000000"/>
                </a:solidFill>
                <a:latin typeface="Arial"/>
                <a:ea typeface="+mn-lt"/>
                <a:cs typeface="Arial"/>
              </a:rPr>
              <a:t>para el desarrollo de aplicaciones </a:t>
            </a:r>
            <a:r>
              <a:rPr lang="es-ES" dirty="0">
                <a:latin typeface="Arial"/>
                <a:ea typeface="+mn-lt"/>
                <a:cs typeface="Arial"/>
              </a:rPr>
              <a:t>en </a:t>
            </a:r>
            <a:r>
              <a:rPr lang="es-ES" b="1" dirty="0">
                <a:solidFill>
                  <a:srgbClr val="BB0034"/>
                </a:solidFill>
                <a:latin typeface="Arial"/>
                <a:ea typeface="+mn-lt"/>
                <a:cs typeface="Arial"/>
              </a:rPr>
              <a:t>Java</a:t>
            </a:r>
            <a:r>
              <a:rPr lang="es-ES" dirty="0">
                <a:latin typeface="Arial"/>
                <a:ea typeface="+mn-lt"/>
                <a:cs typeface="Arial"/>
              </a:rPr>
              <a:t>. Es ampliamente utilizado en la industria del software por su capacidad de simplificar el desarrollo de </a:t>
            </a:r>
            <a:r>
              <a:rPr lang="es-ES" b="1" dirty="0">
                <a:solidFill>
                  <a:srgbClr val="4E7CDC"/>
                </a:solidFill>
                <a:latin typeface="Arial"/>
                <a:ea typeface="+mn-lt"/>
                <a:cs typeface="Arial"/>
              </a:rPr>
              <a:t>aplicaciones empresariales y web</a:t>
            </a:r>
            <a:r>
              <a:rPr lang="es-ES" dirty="0">
                <a:latin typeface="Arial"/>
                <a:ea typeface="+mn-lt"/>
                <a:cs typeface="Arial"/>
              </a:rPr>
              <a:t>. </a:t>
            </a:r>
            <a:endParaRPr lang="es-ES" dirty="0">
              <a:latin typeface="Arial"/>
              <a:cs typeface="Arial"/>
            </a:endParaRPr>
          </a:p>
          <a:p>
            <a:pPr algn="just" defTabSz="914400">
              <a:lnSpc>
                <a:spcPct val="150000"/>
              </a:lnSpc>
            </a:pPr>
            <a:endParaRPr lang="es-ES" dirty="0">
              <a:latin typeface="Arial"/>
              <a:cs typeface="Arial"/>
            </a:endParaRPr>
          </a:p>
          <a:p>
            <a:pPr algn="just" defTabSz="9144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endParaRPr lang="es-ES" dirty="0">
              <a:latin typeface="Arial"/>
              <a:cs typeface="Arial"/>
            </a:endParaRPr>
          </a:p>
        </p:txBody>
      </p:sp>
      <p:pic>
        <p:nvPicPr>
          <p:cNvPr id="5" name="Imagen 4" descr="Logotipo, nombre de la empresa&#10;&#10;Descripción generada automáticamente">
            <a:extLst>
              <a:ext uri="{FF2B5EF4-FFF2-40B4-BE49-F238E27FC236}">
                <a16:creationId xmlns:a16="http://schemas.microsoft.com/office/drawing/2014/main" id="{A54AD206-05B9-18CD-80CA-47DF5A31538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9340" r="-333" b="20779"/>
          <a:stretch/>
        </p:blipFill>
        <p:spPr>
          <a:xfrm>
            <a:off x="1441538" y="2887194"/>
            <a:ext cx="3839409" cy="1146681"/>
          </a:xfrm>
          <a:prstGeom prst="rect">
            <a:avLst/>
          </a:prstGeom>
          <a:ln>
            <a:solidFill>
              <a:schemeClr val="bg1"/>
            </a:solidFill>
          </a:ln>
        </p:spPr>
      </p:pic>
      <p:pic>
        <p:nvPicPr>
          <p:cNvPr id="3" name="Imagen 2" descr="Qué es JAVA? - Tutoriales de programación Java lenguaje programación">
            <a:extLst>
              <a:ext uri="{FF2B5EF4-FFF2-40B4-BE49-F238E27FC236}">
                <a16:creationId xmlns:a16="http://schemas.microsoft.com/office/drawing/2014/main" id="{8459362C-C65F-A6DF-D9FB-ECAF40241B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5662" y="3919082"/>
            <a:ext cx="2972841" cy="14206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6633933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BA5F066-A122-A7BB-EAE9-7C27932828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1601" y="2792498"/>
            <a:ext cx="4072466" cy="1627331"/>
          </a:xfrm>
        </p:spPr>
        <p:txBody>
          <a:bodyPr>
            <a:normAutofit/>
          </a:bodyPr>
          <a:lstStyle/>
          <a:p>
            <a:r>
              <a:rPr lang="es-CL" sz="3600" dirty="0">
                <a:latin typeface="Arial"/>
                <a:cs typeface="Arial"/>
              </a:rPr>
              <a:t>SPRING y MAVEN</a:t>
            </a:r>
            <a:endParaRPr lang="es-CL" sz="3600" dirty="0"/>
          </a:p>
        </p:txBody>
      </p:sp>
    </p:spTree>
    <p:extLst>
      <p:ext uri="{BB962C8B-B14F-4D97-AF65-F5344CB8AC3E}">
        <p14:creationId xmlns:p14="http://schemas.microsoft.com/office/powerpoint/2010/main" val="215494517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5B68A13F-7B0B-4B42-0E11-B6970DE6104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pPr marL="227965" indent="-227965"/>
            <a:r>
              <a:rPr lang="es-CL">
                <a:latin typeface="Arial"/>
                <a:cs typeface="Arial"/>
              </a:rPr>
              <a:t>Spring</a:t>
            </a:r>
            <a:endParaRPr lang="es-E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914B708-B034-DE07-667B-0AA1F2B68EEB}"/>
              </a:ext>
            </a:extLst>
          </p:cNvPr>
          <p:cNvSpPr>
            <a:spLocks noGrp="1" noChangeArrowheads="1"/>
          </p:cNvSpPr>
          <p:nvPr>
            <p:ph type="body" sz="quarter" idx="14"/>
          </p:nvPr>
        </p:nvSpPr>
        <p:spPr bwMode="auto">
          <a:xfrm>
            <a:off x="701248" y="1020727"/>
            <a:ext cx="11024171" cy="17030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algn="just" defTabSz="9144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s-ES" sz="1800" b="1" dirty="0">
                <a:solidFill>
                  <a:srgbClr val="4E7CDD"/>
                </a:solidFill>
                <a:latin typeface="Arial"/>
                <a:cs typeface="Arial"/>
              </a:rPr>
              <a:t>Spring </a:t>
            </a:r>
            <a:r>
              <a:rPr lang="es-ES" sz="1800" dirty="0">
                <a:latin typeface="Arial"/>
                <a:cs typeface="Arial"/>
              </a:rPr>
              <a:t>es </a:t>
            </a:r>
            <a:r>
              <a:rPr kumimoji="0" lang="es-ES" sz="1800" b="0" i="0" u="none" strike="noStrike" cap="none" normalizeH="0" baseline="0" dirty="0">
                <a:ln>
                  <a:noFill/>
                </a:ln>
                <a:effectLst/>
                <a:latin typeface="Arial"/>
                <a:cs typeface="Arial"/>
              </a:rPr>
              <a:t>un</a:t>
            </a:r>
            <a:r>
              <a:rPr lang="es-ES" sz="1800" dirty="0">
                <a:latin typeface="Arial"/>
                <a:cs typeface="Arial"/>
              </a:rPr>
              <a:t> framework </a:t>
            </a:r>
            <a:r>
              <a:rPr kumimoji="0" lang="es-ES" sz="1800" b="0" i="0" u="none" strike="noStrike" cap="none" normalizeH="0" baseline="0" dirty="0">
                <a:ln>
                  <a:noFill/>
                </a:ln>
                <a:effectLst/>
                <a:latin typeface="Arial"/>
                <a:cs typeface="Arial"/>
              </a:rPr>
              <a:t>de </a:t>
            </a:r>
            <a:r>
              <a:rPr lang="es-ES" sz="1800" dirty="0">
                <a:latin typeface="Arial"/>
                <a:cs typeface="Arial"/>
              </a:rPr>
              <a:t>código abierto para el desarrollo </a:t>
            </a:r>
            <a:r>
              <a:rPr kumimoji="0" lang="es-ES" sz="1800" b="0" i="0" u="none" strike="noStrike" cap="none" normalizeH="0" baseline="0" dirty="0">
                <a:ln>
                  <a:noFill/>
                </a:ln>
                <a:effectLst/>
                <a:latin typeface="Arial"/>
                <a:cs typeface="Arial"/>
              </a:rPr>
              <a:t>de </a:t>
            </a:r>
            <a:r>
              <a:rPr lang="es-ES" sz="1800" dirty="0">
                <a:latin typeface="Arial"/>
                <a:cs typeface="Arial"/>
              </a:rPr>
              <a:t>aplicaciones en </a:t>
            </a:r>
            <a:r>
              <a:rPr lang="es-ES" sz="1800" b="1" dirty="0">
                <a:solidFill>
                  <a:srgbClr val="4E7CDD"/>
                </a:solidFill>
                <a:latin typeface="Arial"/>
                <a:cs typeface="Arial"/>
              </a:rPr>
              <a:t>Java</a:t>
            </a:r>
            <a:r>
              <a:rPr kumimoji="0" lang="es-ES" sz="1800" b="0" i="0" u="none" strike="noStrike" cap="none" normalizeH="0" baseline="0" dirty="0">
                <a:ln>
                  <a:noFill/>
                </a:ln>
                <a:effectLst/>
                <a:latin typeface="Arial"/>
                <a:cs typeface="Arial"/>
              </a:rPr>
              <a:t>. </a:t>
            </a:r>
            <a:r>
              <a:rPr lang="es-ES" sz="1800" dirty="0">
                <a:latin typeface="Arial"/>
                <a:cs typeface="Arial"/>
              </a:rPr>
              <a:t>Es ampliamente utilizado en la industria de software debido a su capacidad </a:t>
            </a:r>
            <a:r>
              <a:rPr kumimoji="0" lang="es-ES" sz="1800" b="0" i="0" u="none" strike="noStrike" cap="none" normalizeH="0" baseline="0" dirty="0">
                <a:ln>
                  <a:noFill/>
                </a:ln>
                <a:effectLst/>
                <a:latin typeface="Arial"/>
                <a:cs typeface="Arial"/>
              </a:rPr>
              <a:t>para </a:t>
            </a:r>
            <a:r>
              <a:rPr lang="es-ES" sz="1800" dirty="0">
                <a:latin typeface="Arial"/>
                <a:cs typeface="Arial"/>
              </a:rPr>
              <a:t>simplificar la creación </a:t>
            </a:r>
            <a:r>
              <a:rPr kumimoji="0" lang="es-ES" sz="1800" b="0" i="0" u="none" strike="noStrike" cap="none" normalizeH="0" baseline="0" dirty="0">
                <a:ln>
                  <a:noFill/>
                </a:ln>
                <a:effectLst/>
                <a:latin typeface="Arial"/>
                <a:cs typeface="Arial"/>
              </a:rPr>
              <a:t>de </a:t>
            </a:r>
            <a:r>
              <a:rPr lang="es-ES" sz="1800" dirty="0">
                <a:latin typeface="Arial"/>
                <a:cs typeface="Arial"/>
              </a:rPr>
              <a:t>aplicaciones empresariales complejas.</a:t>
            </a:r>
          </a:p>
          <a:p>
            <a:pPr marL="0" indent="0" algn="just" defTabSz="9144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s-ES" sz="1800" dirty="0">
                <a:latin typeface="Arial"/>
                <a:cs typeface="Arial"/>
              </a:rPr>
              <a:t>Se recomienda trabajar con versiones del JDK de Java 21 o superior.</a:t>
            </a:r>
            <a:endParaRPr lang="es-ES" dirty="0"/>
          </a:p>
        </p:txBody>
      </p:sp>
      <p:pic>
        <p:nvPicPr>
          <p:cNvPr id="6" name="Imagen 5" descr="Spring Framework - ¿Qué es Spring Framework?">
            <a:extLst>
              <a:ext uri="{FF2B5EF4-FFF2-40B4-BE49-F238E27FC236}">
                <a16:creationId xmlns:a16="http://schemas.microsoft.com/office/drawing/2014/main" id="{4668A407-7585-9B0B-6274-0392EFF66C5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849265" y="2990757"/>
            <a:ext cx="8497039" cy="2756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214444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5B68A13F-7B0B-4B42-0E11-B6970DE6104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54685" y="551041"/>
            <a:ext cx="11004409" cy="469685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227965" indent="-227965"/>
            <a:r>
              <a:rPr lang="es-CL">
                <a:latin typeface="Arial"/>
                <a:cs typeface="Arial"/>
              </a:rPr>
              <a:t>Spring página oficial</a:t>
            </a:r>
            <a:endParaRPr lang="es-CL"/>
          </a:p>
          <a:p>
            <a:pPr marL="0" indent="0">
              <a:buNone/>
            </a:pPr>
            <a:endParaRPr lang="es-CL"/>
          </a:p>
          <a:p>
            <a:pPr marL="227965" indent="-227965"/>
            <a:endParaRPr lang="es-CL"/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12D4547D-739E-84EA-E267-B5FF1CD5FC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52275" y="1230561"/>
            <a:ext cx="5832368" cy="253402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  <a:spAutoFit/>
          </a:bodyPr>
          <a:lstStyle>
            <a:defPPr>
              <a:defRPr lang="es-CL"/>
            </a:defPPr>
            <a:lvl1pPr marL="0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 defTabSz="914400">
              <a:lnSpc>
                <a:spcPct val="150000"/>
              </a:lnSpc>
            </a:pPr>
            <a:r>
              <a:rPr lang="es-ES">
                <a:latin typeface="Arial"/>
                <a:ea typeface="+mn-lt"/>
                <a:cs typeface="+mn-lt"/>
              </a:rPr>
              <a:t>Spring hace que la programación Java sea </a:t>
            </a:r>
            <a:r>
              <a:rPr lang="es-ES" b="1">
                <a:solidFill>
                  <a:srgbClr val="4E7CDD"/>
                </a:solidFill>
                <a:latin typeface="Arial"/>
                <a:ea typeface="+mn-lt"/>
                <a:cs typeface="+mn-lt"/>
              </a:rPr>
              <a:t>más rápida</a:t>
            </a:r>
            <a:r>
              <a:rPr lang="es-ES">
                <a:latin typeface="Arial"/>
                <a:ea typeface="+mn-lt"/>
                <a:cs typeface="+mn-lt"/>
              </a:rPr>
              <a:t>, </a:t>
            </a:r>
            <a:r>
              <a:rPr lang="es-ES" b="1">
                <a:solidFill>
                  <a:srgbClr val="4E7CDD"/>
                </a:solidFill>
                <a:latin typeface="Arial"/>
                <a:ea typeface="+mn-lt"/>
                <a:cs typeface="+mn-lt"/>
              </a:rPr>
              <a:t>fácil </a:t>
            </a:r>
            <a:r>
              <a:rPr lang="es-ES">
                <a:latin typeface="Arial"/>
                <a:ea typeface="+mn-lt"/>
                <a:cs typeface="+mn-lt"/>
              </a:rPr>
              <a:t>y </a:t>
            </a:r>
            <a:r>
              <a:rPr lang="es-ES" b="1">
                <a:solidFill>
                  <a:srgbClr val="4E7CDD"/>
                </a:solidFill>
                <a:latin typeface="Arial"/>
                <a:ea typeface="+mn-lt"/>
                <a:cs typeface="+mn-lt"/>
              </a:rPr>
              <a:t>segura</a:t>
            </a:r>
            <a:r>
              <a:rPr lang="es-ES">
                <a:latin typeface="Arial"/>
                <a:ea typeface="+mn-lt"/>
                <a:cs typeface="+mn-lt"/>
              </a:rPr>
              <a:t> para todos. El enfoque de Spring en la </a:t>
            </a:r>
            <a:r>
              <a:rPr lang="es-ES" b="1">
                <a:solidFill>
                  <a:srgbClr val="4E7CDD"/>
                </a:solidFill>
                <a:latin typeface="Arial"/>
                <a:ea typeface="+mn-lt"/>
                <a:cs typeface="+mn-lt"/>
              </a:rPr>
              <a:t>velocidad</a:t>
            </a:r>
            <a:r>
              <a:rPr lang="es-ES">
                <a:latin typeface="Arial"/>
                <a:ea typeface="+mn-lt"/>
                <a:cs typeface="+mn-lt"/>
              </a:rPr>
              <a:t>, </a:t>
            </a:r>
            <a:r>
              <a:rPr lang="es-ES" b="1">
                <a:solidFill>
                  <a:srgbClr val="4E7CDD"/>
                </a:solidFill>
                <a:latin typeface="Arial"/>
                <a:ea typeface="+mn-lt"/>
                <a:cs typeface="+mn-lt"/>
              </a:rPr>
              <a:t>la simplicidad </a:t>
            </a:r>
            <a:r>
              <a:rPr lang="es-ES">
                <a:latin typeface="Arial"/>
                <a:ea typeface="+mn-lt"/>
                <a:cs typeface="+mn-lt"/>
              </a:rPr>
              <a:t>y </a:t>
            </a:r>
            <a:r>
              <a:rPr lang="es-ES" b="1">
                <a:solidFill>
                  <a:srgbClr val="4E7CDD"/>
                </a:solidFill>
                <a:latin typeface="Arial"/>
                <a:ea typeface="+mn-lt"/>
                <a:cs typeface="+mn-lt"/>
              </a:rPr>
              <a:t>la productividad</a:t>
            </a:r>
            <a:r>
              <a:rPr lang="es-ES">
                <a:latin typeface="Arial"/>
                <a:ea typeface="+mn-lt"/>
                <a:cs typeface="+mn-lt"/>
              </a:rPr>
              <a:t> lo ha convertido en el marco Java más popular del mundo.</a:t>
            </a:r>
            <a:endParaRPr lang="es-ES">
              <a:latin typeface="Arial"/>
            </a:endParaRPr>
          </a:p>
          <a:p>
            <a:pPr algn="just" defTabSz="914400">
              <a:lnSpc>
                <a:spcPct val="150000"/>
              </a:lnSpc>
            </a:pPr>
            <a:endParaRPr lang="es-ES">
              <a:latin typeface="Arial"/>
              <a:ea typeface="+mn-lt"/>
              <a:cs typeface="Arial"/>
            </a:endParaRPr>
          </a:p>
        </p:txBody>
      </p:sp>
      <p:sp>
        <p:nvSpPr>
          <p:cNvPr id="4" name="Rectángulo: esquinas redondeadas 3">
            <a:extLst>
              <a:ext uri="{FF2B5EF4-FFF2-40B4-BE49-F238E27FC236}">
                <a16:creationId xmlns:a16="http://schemas.microsoft.com/office/drawing/2014/main" id="{1C3CBD0A-9444-626E-C3C6-10D6358CB755}"/>
              </a:ext>
            </a:extLst>
          </p:cNvPr>
          <p:cNvSpPr/>
          <p:nvPr/>
        </p:nvSpPr>
        <p:spPr>
          <a:xfrm>
            <a:off x="7241533" y="5168985"/>
            <a:ext cx="3993985" cy="788735"/>
          </a:xfrm>
          <a:prstGeom prst="roundRect">
            <a:avLst/>
          </a:prstGeom>
          <a:solidFill>
            <a:srgbClr val="00B050"/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s-CL"/>
            </a:defPPr>
            <a:lvl1pPr marL="0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2400" b="1">
                <a:solidFill>
                  <a:schemeClr val="bg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IR A SPRING.IO</a:t>
            </a:r>
            <a:endParaRPr lang="es-ES" sz="2400" b="1">
              <a:solidFill>
                <a:schemeClr val="bg1"/>
              </a:solidFill>
              <a:hlinkClick r:id="rId4">
                <a:extLst>
                  <a:ext uri="{A12FA001-AC4F-418D-AE19-62706E023703}">
                    <ahyp:hlinkClr xmlns:ahyp="http://schemas.microsoft.com/office/drawing/2018/hyperlinkcolor" xmlns="" val="tx"/>
                  </a:ext>
                </a:extLst>
              </a:hlinkClick>
            </a:endParaRPr>
          </a:p>
        </p:txBody>
      </p:sp>
      <p:pic>
        <p:nvPicPr>
          <p:cNvPr id="9" name="Imagen 8" descr="Spring Framework - ¿Qué es Spring Framework?">
            <a:extLst>
              <a:ext uri="{FF2B5EF4-FFF2-40B4-BE49-F238E27FC236}">
                <a16:creationId xmlns:a16="http://schemas.microsoft.com/office/drawing/2014/main" id="{8DEB7B19-2740-F940-97F8-D059987FE35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913841" y="4011062"/>
            <a:ext cx="3550497" cy="1154679"/>
          </a:xfrm>
          <a:prstGeom prst="rect">
            <a:avLst/>
          </a:prstGeom>
        </p:spPr>
      </p:pic>
      <p:pic>
        <p:nvPicPr>
          <p:cNvPr id="6" name="Imagen 5">
            <a:extLst>
              <a:ext uri="{FF2B5EF4-FFF2-40B4-BE49-F238E27FC236}">
                <a16:creationId xmlns:a16="http://schemas.microsoft.com/office/drawing/2014/main" id="{8B6D172E-8271-4FF1-B28C-E022B18638D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63002" y="1387530"/>
            <a:ext cx="4951046" cy="2623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064279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5B68A13F-7B0B-4B42-0E11-B6970DE6104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pPr marL="227965" indent="-227965"/>
            <a:r>
              <a:rPr lang="es-CL">
                <a:latin typeface="Arial"/>
                <a:cs typeface="Arial"/>
              </a:rPr>
              <a:t>Maven</a:t>
            </a:r>
            <a:endParaRPr lang="es-ES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914B708-B034-DE07-667B-0AA1F2B68EEB}"/>
              </a:ext>
            </a:extLst>
          </p:cNvPr>
          <p:cNvSpPr>
            <a:spLocks noGrp="1" noChangeArrowheads="1"/>
          </p:cNvSpPr>
          <p:nvPr>
            <p:ph type="body" sz="quarter" idx="14"/>
          </p:nvPr>
        </p:nvSpPr>
        <p:spPr bwMode="auto">
          <a:xfrm>
            <a:off x="790148" y="1135026"/>
            <a:ext cx="11024171" cy="17030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algn="just" defTabSz="9144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s-ES" sz="1800" b="1">
                <a:solidFill>
                  <a:srgbClr val="4E7CDD"/>
                </a:solidFill>
                <a:latin typeface="Arial"/>
                <a:cs typeface="Arial"/>
              </a:rPr>
              <a:t>Apache Maven</a:t>
            </a:r>
            <a:r>
              <a:rPr lang="es-ES" sz="1800">
                <a:latin typeface="Arial"/>
                <a:cs typeface="Arial"/>
              </a:rPr>
              <a:t> es una herramienta </a:t>
            </a:r>
            <a:r>
              <a:rPr kumimoji="0" lang="es-ES" sz="1800" b="0" i="0" u="none" strike="noStrike" cap="none" normalizeH="0" baseline="0">
                <a:ln>
                  <a:noFill/>
                </a:ln>
                <a:effectLst/>
                <a:latin typeface="Arial"/>
                <a:cs typeface="Arial"/>
              </a:rPr>
              <a:t>de </a:t>
            </a:r>
            <a:r>
              <a:rPr lang="es-ES" sz="1800">
                <a:latin typeface="Arial"/>
                <a:cs typeface="Arial"/>
              </a:rPr>
              <a:t>gestión y comprensión </a:t>
            </a:r>
            <a:r>
              <a:rPr kumimoji="0" lang="es-ES" sz="1800" b="0" i="0" u="none" strike="noStrike" cap="none" normalizeH="0" baseline="0">
                <a:ln>
                  <a:noFill/>
                </a:ln>
                <a:effectLst/>
                <a:latin typeface="Arial"/>
                <a:cs typeface="Arial"/>
              </a:rPr>
              <a:t>de </a:t>
            </a:r>
            <a:r>
              <a:rPr lang="es-ES" sz="1800">
                <a:latin typeface="Arial"/>
                <a:cs typeface="Arial"/>
              </a:rPr>
              <a:t>proyectos de software, principalmente utilizada </a:t>
            </a:r>
            <a:r>
              <a:rPr kumimoji="0" lang="es-ES" sz="1800" b="0" i="0" u="none" strike="noStrike" cap="none" normalizeH="0" baseline="0">
                <a:ln>
                  <a:noFill/>
                </a:ln>
                <a:effectLst/>
                <a:latin typeface="Arial"/>
                <a:cs typeface="Arial"/>
              </a:rPr>
              <a:t>para </a:t>
            </a:r>
            <a:r>
              <a:rPr lang="es-ES" sz="1800">
                <a:latin typeface="Arial"/>
                <a:cs typeface="Arial"/>
              </a:rPr>
              <a:t>proyectos Java. Su propósito es </a:t>
            </a:r>
            <a:r>
              <a:rPr lang="es-ES" sz="1800" b="1">
                <a:solidFill>
                  <a:srgbClr val="4E7CDD"/>
                </a:solidFill>
                <a:latin typeface="Arial"/>
                <a:cs typeface="Arial"/>
              </a:rPr>
              <a:t>simplificar </a:t>
            </a:r>
            <a:r>
              <a:rPr lang="es-ES" sz="1800">
                <a:latin typeface="Arial"/>
                <a:cs typeface="Arial"/>
              </a:rPr>
              <a:t>el </a:t>
            </a:r>
            <a:r>
              <a:rPr lang="es-ES" sz="1800" b="1">
                <a:solidFill>
                  <a:srgbClr val="4E7CDD"/>
                </a:solidFill>
                <a:latin typeface="Arial"/>
                <a:cs typeface="Arial"/>
              </a:rPr>
              <a:t>proceso de construcción (</a:t>
            </a:r>
            <a:r>
              <a:rPr lang="es-ES" sz="1800" b="1" err="1">
                <a:solidFill>
                  <a:srgbClr val="4E7CDD"/>
                </a:solidFill>
                <a:latin typeface="Arial"/>
                <a:cs typeface="Arial"/>
              </a:rPr>
              <a:t>build</a:t>
            </a:r>
            <a:r>
              <a:rPr lang="es-ES" sz="1800" b="1">
                <a:solidFill>
                  <a:srgbClr val="4E7CDD"/>
                </a:solidFill>
                <a:latin typeface="Arial"/>
                <a:cs typeface="Arial"/>
              </a:rPr>
              <a:t>)</a:t>
            </a:r>
            <a:r>
              <a:rPr lang="es-ES" sz="1800">
                <a:latin typeface="Arial"/>
                <a:cs typeface="Arial"/>
              </a:rPr>
              <a:t>, </a:t>
            </a:r>
            <a:r>
              <a:rPr lang="es-ES" sz="1800" b="1">
                <a:solidFill>
                  <a:srgbClr val="4E7CDD"/>
                </a:solidFill>
                <a:latin typeface="Arial"/>
                <a:cs typeface="Arial"/>
              </a:rPr>
              <a:t>reporte </a:t>
            </a:r>
            <a:r>
              <a:rPr lang="es-ES" sz="1800">
                <a:latin typeface="Arial"/>
                <a:cs typeface="Arial"/>
              </a:rPr>
              <a:t>y </a:t>
            </a:r>
            <a:r>
              <a:rPr lang="es-ES" sz="1800" b="1">
                <a:solidFill>
                  <a:srgbClr val="4E7CDD"/>
                </a:solidFill>
                <a:latin typeface="Arial"/>
                <a:cs typeface="Arial"/>
              </a:rPr>
              <a:t>documentación </a:t>
            </a:r>
            <a:r>
              <a:rPr lang="es-ES" sz="1800">
                <a:latin typeface="Arial"/>
                <a:cs typeface="Arial"/>
              </a:rPr>
              <a:t>de proyectos, gestionando de manera eficaz las </a:t>
            </a:r>
            <a:r>
              <a:rPr lang="es-ES" sz="1800" b="1">
                <a:solidFill>
                  <a:srgbClr val="4E7CDD"/>
                </a:solidFill>
                <a:latin typeface="Arial"/>
                <a:cs typeface="Arial"/>
              </a:rPr>
              <a:t>dependencias </a:t>
            </a:r>
            <a:r>
              <a:rPr lang="es-ES" sz="1800">
                <a:latin typeface="Arial"/>
                <a:cs typeface="Arial"/>
              </a:rPr>
              <a:t>y la configuración </a:t>
            </a:r>
            <a:r>
              <a:rPr kumimoji="0" lang="es-ES" sz="1800" b="0" i="0" u="none" strike="noStrike" cap="none" normalizeH="0" baseline="0">
                <a:ln>
                  <a:noFill/>
                </a:ln>
                <a:effectLst/>
                <a:latin typeface="Arial"/>
                <a:cs typeface="Arial"/>
              </a:rPr>
              <a:t>de </a:t>
            </a:r>
            <a:r>
              <a:rPr lang="es-ES" sz="1800">
                <a:latin typeface="Arial"/>
                <a:cs typeface="Arial"/>
              </a:rPr>
              <a:t>estos.</a:t>
            </a:r>
            <a:endParaRPr lang="es-ES"/>
          </a:p>
        </p:txBody>
      </p:sp>
      <p:sp>
        <p:nvSpPr>
          <p:cNvPr id="10" name="Object 3">
            <a:extLst>
              <a:ext uri="{FF2B5EF4-FFF2-40B4-BE49-F238E27FC236}">
                <a16:creationId xmlns:a16="http://schemas.microsoft.com/office/drawing/2014/main" id="{7E06C22E-291F-D2E2-4D70-23FCA421D8BC}"/>
              </a:ext>
            </a:extLst>
          </p:cNvPr>
          <p:cNvSpPr/>
          <p:nvPr/>
        </p:nvSpPr>
        <p:spPr>
          <a:xfrm>
            <a:off x="670422" y="4147546"/>
            <a:ext cx="10569044" cy="382950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r>
              <a:rPr lang="en-US" b="1" err="1">
                <a:solidFill>
                  <a:srgbClr val="000000"/>
                </a:solidFill>
                <a:latin typeface="Arial"/>
                <a:ea typeface="+mn-lt"/>
                <a:cs typeface="Arial"/>
              </a:rPr>
              <a:t>GESTIÓN</a:t>
            </a:r>
            <a:r>
              <a:rPr lang="en-US" b="1">
                <a:solidFill>
                  <a:srgbClr val="000000"/>
                </a:solidFill>
                <a:latin typeface="Arial"/>
                <a:ea typeface="+mn-lt"/>
                <a:cs typeface="Arial"/>
              </a:rPr>
              <a:t> DE </a:t>
            </a:r>
            <a:r>
              <a:rPr lang="en-US" b="1" err="1">
                <a:solidFill>
                  <a:srgbClr val="000000"/>
                </a:solidFill>
                <a:latin typeface="Arial"/>
                <a:ea typeface="+mn-lt"/>
                <a:cs typeface="Arial"/>
              </a:rPr>
              <a:t>DEPENDENCIAS</a:t>
            </a:r>
            <a:endParaRPr lang="es-ES" b="1">
              <a:solidFill>
                <a:srgbClr val="000000"/>
              </a:solidFill>
              <a:latin typeface="Arial"/>
              <a:cs typeface="Arial"/>
            </a:endParaRPr>
          </a:p>
          <a:p>
            <a:pPr>
              <a:lnSpc>
                <a:spcPts val="1814"/>
              </a:lnSpc>
            </a:pPr>
            <a:endParaRPr lang="en-US" b="1">
              <a:solidFill>
                <a:srgbClr val="000000"/>
              </a:solidFill>
              <a:latin typeface="Arial"/>
              <a:cs typeface="Arial"/>
            </a:endParaRPr>
          </a:p>
        </p:txBody>
      </p:sp>
      <p:sp>
        <p:nvSpPr>
          <p:cNvPr id="12" name="Object 4">
            <a:extLst>
              <a:ext uri="{FF2B5EF4-FFF2-40B4-BE49-F238E27FC236}">
                <a16:creationId xmlns:a16="http://schemas.microsoft.com/office/drawing/2014/main" id="{F6C27A9F-A183-A98F-26F1-74AC3B2FA14C}"/>
              </a:ext>
            </a:extLst>
          </p:cNvPr>
          <p:cNvSpPr/>
          <p:nvPr/>
        </p:nvSpPr>
        <p:spPr>
          <a:xfrm>
            <a:off x="673453" y="4667415"/>
            <a:ext cx="10564336" cy="1293613"/>
          </a:xfrm>
          <a:prstGeom prst="rect">
            <a:avLst/>
          </a:prstGeom>
          <a:noFill/>
        </p:spPr>
        <p:txBody>
          <a:bodyPr wrap="square" lIns="0" tIns="0" rIns="0" bIns="0" rtlCol="0" anchor="t"/>
          <a:lstStyle/>
          <a:p>
            <a:pPr algn="just"/>
            <a:r>
              <a:rPr lang="es-ES" sz="1600">
                <a:solidFill>
                  <a:srgbClr val="595959"/>
                </a:solidFill>
                <a:latin typeface="Montserrat"/>
                <a:ea typeface="+mn-lt"/>
                <a:cs typeface="Arial"/>
              </a:rPr>
              <a:t>Maven utiliza un archivo llamado </a:t>
            </a:r>
            <a:r>
              <a:rPr lang="es-ES" sz="1600" b="1">
                <a:solidFill>
                  <a:srgbClr val="595959"/>
                </a:solidFill>
                <a:latin typeface="Montserrat"/>
                <a:ea typeface="+mn-lt"/>
                <a:cs typeface="Arial"/>
              </a:rPr>
              <a:t>pom.xml (Project </a:t>
            </a:r>
            <a:r>
              <a:rPr lang="es-ES" sz="1600" b="1" err="1">
                <a:solidFill>
                  <a:srgbClr val="595959"/>
                </a:solidFill>
                <a:latin typeface="Montserrat"/>
                <a:ea typeface="+mn-lt"/>
                <a:cs typeface="Arial"/>
              </a:rPr>
              <a:t>Object</a:t>
            </a:r>
            <a:r>
              <a:rPr lang="es-ES" sz="1600" b="1">
                <a:solidFill>
                  <a:srgbClr val="595959"/>
                </a:solidFill>
                <a:latin typeface="Montserrat"/>
                <a:ea typeface="+mn-lt"/>
                <a:cs typeface="Arial"/>
              </a:rPr>
              <a:t> </a:t>
            </a:r>
            <a:r>
              <a:rPr lang="es-ES" sz="1600" b="1" err="1">
                <a:solidFill>
                  <a:srgbClr val="595959"/>
                </a:solidFill>
                <a:latin typeface="Montserrat"/>
                <a:ea typeface="+mn-lt"/>
                <a:cs typeface="Arial"/>
              </a:rPr>
              <a:t>Model</a:t>
            </a:r>
            <a:r>
              <a:rPr lang="es-ES" sz="1600" b="1">
                <a:solidFill>
                  <a:srgbClr val="595959"/>
                </a:solidFill>
                <a:latin typeface="Montserrat"/>
                <a:ea typeface="+mn-lt"/>
                <a:cs typeface="Arial"/>
              </a:rPr>
              <a:t>)</a:t>
            </a:r>
            <a:r>
              <a:rPr lang="es-ES" sz="1600">
                <a:solidFill>
                  <a:srgbClr val="595959"/>
                </a:solidFill>
                <a:latin typeface="Montserrat"/>
                <a:ea typeface="+mn-lt"/>
                <a:cs typeface="Arial"/>
              </a:rPr>
              <a:t> para gestionar las dependencias del proyecto. Este archivo centraliza la configuración del proyecto y las bibliotecas necesarias, lo que permite que Maven descargue automáticamente las dependencias desde un repositorio central o específico.</a:t>
            </a:r>
          </a:p>
          <a:p>
            <a:pPr algn="just">
              <a:lnSpc>
                <a:spcPts val="1680"/>
              </a:lnSpc>
              <a:spcBef>
                <a:spcPts val="663"/>
              </a:spcBef>
            </a:pPr>
            <a:endParaRPr lang="es-ES" sz="1600">
              <a:solidFill>
                <a:srgbClr val="595959"/>
              </a:solidFill>
              <a:latin typeface="Montserrat"/>
              <a:cs typeface="Arial"/>
            </a:endParaRPr>
          </a:p>
          <a:p>
            <a:pPr algn="just">
              <a:lnSpc>
                <a:spcPts val="1680"/>
              </a:lnSpc>
              <a:spcBef>
                <a:spcPts val="663"/>
              </a:spcBef>
              <a:buNone/>
            </a:pPr>
            <a:endParaRPr lang="en-US" sz="1600">
              <a:solidFill>
                <a:srgbClr val="595959"/>
              </a:solidFill>
              <a:latin typeface="Montserrat"/>
              <a:cs typeface="Arial"/>
            </a:endParaRPr>
          </a:p>
        </p:txBody>
      </p:sp>
      <p:pic>
        <p:nvPicPr>
          <p:cNvPr id="13" name="Imagen 12">
            <a:extLst>
              <a:ext uri="{FF2B5EF4-FFF2-40B4-BE49-F238E27FC236}">
                <a16:creationId xmlns:a16="http://schemas.microsoft.com/office/drawing/2014/main" id="{C1466EAA-34C2-4DB2-367E-0B71D3B8F7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75272" y="2841114"/>
            <a:ext cx="3251198" cy="820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164274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69CB314-CE82-65BE-C60F-1EA15F855A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78391" y="2772813"/>
            <a:ext cx="3848519" cy="1627331"/>
          </a:xfrm>
        </p:spPr>
        <p:txBody>
          <a:bodyPr/>
          <a:lstStyle/>
          <a:p>
            <a:r>
              <a:rPr lang="es-ES" dirty="0">
                <a:latin typeface="Arial"/>
                <a:cs typeface="Arial"/>
              </a:rPr>
              <a:t>Mi primer proyecto: </a:t>
            </a:r>
            <a:br>
              <a:rPr lang="es-ES" dirty="0">
                <a:latin typeface="Arial"/>
                <a:cs typeface="Arial"/>
              </a:rPr>
            </a:br>
            <a:r>
              <a:rPr lang="es-ES" dirty="0">
                <a:latin typeface="Arial"/>
                <a:cs typeface="Arial"/>
              </a:rPr>
              <a:t>Configuración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264050769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5B68A13F-7B0B-4B42-0E11-B6970DE6104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86000" y="551041"/>
            <a:ext cx="8246610" cy="469685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227965" indent="-227965"/>
            <a:r>
              <a:rPr lang="es-CL">
                <a:latin typeface="Arial"/>
                <a:cs typeface="Arial"/>
              </a:rPr>
              <a:t>El IDE para desarrolladores de Spring</a:t>
            </a:r>
            <a:endParaRPr lang="es-CL" b="0" err="1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914B708-B034-DE07-667B-0AA1F2B68EEB}"/>
              </a:ext>
            </a:extLst>
          </p:cNvPr>
          <p:cNvSpPr>
            <a:spLocks noGrp="1" noChangeArrowheads="1"/>
          </p:cNvSpPr>
          <p:nvPr>
            <p:ph type="body" sz="quarter" idx="14"/>
          </p:nvPr>
        </p:nvSpPr>
        <p:spPr bwMode="auto">
          <a:xfrm>
            <a:off x="683144" y="1424597"/>
            <a:ext cx="5648907" cy="21185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algn="just" defTabSz="9144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s-ES" sz="1800" b="1" dirty="0">
                <a:solidFill>
                  <a:srgbClr val="4E7CDD"/>
                </a:solidFill>
                <a:latin typeface="Arial"/>
                <a:cs typeface="Arial"/>
              </a:rPr>
              <a:t>IntelliJ IDEA</a:t>
            </a:r>
            <a:r>
              <a:rPr lang="es-ES" sz="1800" dirty="0">
                <a:latin typeface="Arial"/>
                <a:cs typeface="Arial"/>
              </a:rPr>
              <a:t> proporciona un amplio conjunto de herramientas de desarrollo integradas y soporte para el marco </a:t>
            </a:r>
            <a:r>
              <a:rPr lang="es-ES" sz="1800" b="1" dirty="0">
                <a:solidFill>
                  <a:srgbClr val="4E7CDD"/>
                </a:solidFill>
                <a:latin typeface="Arial"/>
                <a:cs typeface="Arial"/>
              </a:rPr>
              <a:t>Spring </a:t>
            </a:r>
            <a:r>
              <a:rPr lang="es-ES" sz="1800" dirty="0">
                <a:latin typeface="Arial"/>
                <a:cs typeface="Arial"/>
              </a:rPr>
              <a:t>tanto en código Java como </a:t>
            </a:r>
            <a:r>
              <a:rPr lang="es-ES" sz="1800" dirty="0" err="1">
                <a:latin typeface="Arial"/>
                <a:cs typeface="Arial"/>
              </a:rPr>
              <a:t>Kotlin</a:t>
            </a:r>
            <a:r>
              <a:rPr lang="es-ES" sz="1800" dirty="0">
                <a:latin typeface="Arial"/>
                <a:cs typeface="Arial"/>
              </a:rPr>
              <a:t>, incluidos Spring MVC, Spring </a:t>
            </a:r>
            <a:r>
              <a:rPr lang="es-ES" sz="1800" dirty="0" err="1">
                <a:latin typeface="Arial"/>
                <a:cs typeface="Arial"/>
              </a:rPr>
              <a:t>Boot</a:t>
            </a:r>
            <a:r>
              <a:rPr lang="es-ES" sz="1800" dirty="0">
                <a:latin typeface="Arial"/>
                <a:cs typeface="Arial"/>
              </a:rPr>
              <a:t>, Spring </a:t>
            </a:r>
            <a:r>
              <a:rPr lang="es-ES" sz="1800" dirty="0" err="1">
                <a:latin typeface="Arial"/>
                <a:cs typeface="Arial"/>
              </a:rPr>
              <a:t>Integration</a:t>
            </a:r>
            <a:r>
              <a:rPr kumimoji="0" lang="es-ES" sz="1800" b="0" i="0" u="none" strike="noStrike" cap="none" normalizeH="0" baseline="0" dirty="0">
                <a:ln>
                  <a:noFill/>
                </a:ln>
                <a:effectLst/>
                <a:latin typeface="Arial"/>
                <a:cs typeface="Arial"/>
              </a:rPr>
              <a:t>, </a:t>
            </a:r>
            <a:r>
              <a:rPr lang="es-ES" sz="1800" dirty="0">
                <a:latin typeface="Arial"/>
                <a:cs typeface="Arial"/>
              </a:rPr>
              <a:t>Spring Security </a:t>
            </a:r>
            <a:r>
              <a:rPr kumimoji="0" lang="es-ES" sz="1800" b="0" i="0" u="none" strike="noStrike" cap="none" normalizeH="0" baseline="0" dirty="0">
                <a:ln>
                  <a:noFill/>
                </a:ln>
                <a:effectLst/>
                <a:latin typeface="Arial"/>
                <a:cs typeface="Arial"/>
              </a:rPr>
              <a:t>y </a:t>
            </a:r>
            <a:r>
              <a:rPr lang="es-ES" sz="1800" dirty="0">
                <a:latin typeface="Arial"/>
                <a:cs typeface="Arial"/>
              </a:rPr>
              <a:t>Spring Cloud</a:t>
            </a:r>
            <a:r>
              <a:rPr kumimoji="0" lang="es-ES" sz="1800" b="0" i="0" u="none" strike="noStrike" cap="none" normalizeH="0" baseline="0" dirty="0">
                <a:ln>
                  <a:noFill/>
                </a:ln>
                <a:effectLst/>
                <a:latin typeface="Arial"/>
                <a:cs typeface="Arial"/>
              </a:rPr>
              <a:t>.</a:t>
            </a:r>
            <a:endParaRPr lang="es-ES" dirty="0"/>
          </a:p>
        </p:txBody>
      </p:sp>
      <p:pic>
        <p:nvPicPr>
          <p:cNvPr id="5" name="Imagen 4" descr="Interfaz de usuario gráfica, Aplicación&#10;&#10;Descripción generada automáticamente">
            <a:extLst>
              <a:ext uri="{FF2B5EF4-FFF2-40B4-BE49-F238E27FC236}">
                <a16:creationId xmlns:a16="http://schemas.microsoft.com/office/drawing/2014/main" id="{02B30861-55A8-D596-7193-461D3D0868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8009" y="1718596"/>
            <a:ext cx="4973062" cy="2565518"/>
          </a:xfrm>
          <a:prstGeom prst="rect">
            <a:avLst/>
          </a:prstGeom>
        </p:spPr>
      </p:pic>
      <p:pic>
        <p:nvPicPr>
          <p:cNvPr id="6" name="Imagen 5" descr="What is Intellij IDEA - A Comprehensive Guide">
            <a:extLst>
              <a:ext uri="{FF2B5EF4-FFF2-40B4-BE49-F238E27FC236}">
                <a16:creationId xmlns:a16="http://schemas.microsoft.com/office/drawing/2014/main" id="{302935F2-488C-6D68-19BB-6012F75613C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2030326" y="4095031"/>
            <a:ext cx="2961263" cy="1672877"/>
          </a:xfrm>
          <a:prstGeom prst="rect">
            <a:avLst/>
          </a:prstGeom>
        </p:spPr>
      </p:pic>
      <p:sp>
        <p:nvSpPr>
          <p:cNvPr id="8" name="Rectángulo: esquinas redondeadas 7">
            <a:extLst>
              <a:ext uri="{FF2B5EF4-FFF2-40B4-BE49-F238E27FC236}">
                <a16:creationId xmlns:a16="http://schemas.microsoft.com/office/drawing/2014/main" id="{09E9B5A1-4FFE-EC55-0682-FBAFD232B744}"/>
              </a:ext>
            </a:extLst>
          </p:cNvPr>
          <p:cNvSpPr/>
          <p:nvPr/>
        </p:nvSpPr>
        <p:spPr>
          <a:xfrm>
            <a:off x="6562877" y="4930860"/>
            <a:ext cx="4958390" cy="836359"/>
          </a:xfrm>
          <a:prstGeom prst="roundRect">
            <a:avLst/>
          </a:prstGeom>
          <a:solidFill>
            <a:schemeClr val="accent5">
              <a:lumMod val="50000"/>
            </a:schemeClr>
          </a:solidFill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>
            <a:defPPr>
              <a:defRPr lang="es-CL"/>
            </a:defPPr>
            <a:lvl1pPr marL="0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189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377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566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754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5943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131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320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509" algn="l" defTabSz="914377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ES" sz="1600" b="1">
                <a:solidFill>
                  <a:schemeClr val="bg1"/>
                </a:solidFill>
                <a:hlinkClick r:id="rId6">
                  <a:extLst>
                    <a:ext uri="{A12FA001-AC4F-418D-AE19-62706E023703}">
                      <ahyp:hlinkClr xmlns:ahyp="http://schemas.microsoft.com/office/drawing/2018/hyperlinkcolor" xmlns="" val="tx"/>
                    </a:ext>
                  </a:extLst>
                </a:hlinkClick>
              </a:rPr>
              <a:t>IR A LICENCIAS EDUCATIVAS GRATIS</a:t>
            </a:r>
            <a:endParaRPr lang="es-ES" sz="1600" b="1">
              <a:solidFill>
                <a:schemeClr val="bg1"/>
              </a:solidFill>
              <a:hlinkClick r:id="rId7">
                <a:extLst>
                  <a:ext uri="{A12FA001-AC4F-418D-AE19-62706E023703}">
                    <ahyp:hlinkClr xmlns:ahyp="http://schemas.microsoft.com/office/drawing/2018/hyperlinkcolor" xmlns="" val="tx"/>
                  </a:ext>
                </a:extLst>
              </a:hlinkClick>
            </a:endParaRPr>
          </a:p>
        </p:txBody>
      </p:sp>
    </p:spTree>
    <p:extLst>
      <p:ext uri="{BB962C8B-B14F-4D97-AF65-F5344CB8AC3E}">
        <p14:creationId xmlns:p14="http://schemas.microsoft.com/office/powerpoint/2010/main" val="328155439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5B68A13F-7B0B-4B42-0E11-B6970DE6104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86000" y="551041"/>
            <a:ext cx="8246610" cy="469685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227965" indent="-227965"/>
            <a:r>
              <a:rPr lang="es-CL">
                <a:latin typeface="Arial"/>
                <a:cs typeface="Arial"/>
              </a:rPr>
              <a:t>Visual Studio </a:t>
            </a:r>
            <a:r>
              <a:rPr lang="es-CL" err="1">
                <a:latin typeface="Arial"/>
                <a:cs typeface="Arial"/>
              </a:rPr>
              <a:t>Code</a:t>
            </a:r>
            <a:r>
              <a:rPr lang="es-CL">
                <a:latin typeface="Arial"/>
                <a:cs typeface="Arial"/>
              </a:rPr>
              <a:t> para Spring</a:t>
            </a:r>
            <a:endParaRPr lang="es-CL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F914B708-B034-DE07-667B-0AA1F2B68EEB}"/>
              </a:ext>
            </a:extLst>
          </p:cNvPr>
          <p:cNvSpPr>
            <a:spLocks noGrp="1" noChangeArrowheads="1"/>
          </p:cNvSpPr>
          <p:nvPr>
            <p:ph type="body" sz="quarter" idx="14"/>
          </p:nvPr>
        </p:nvSpPr>
        <p:spPr bwMode="auto">
          <a:xfrm>
            <a:off x="683144" y="1255469"/>
            <a:ext cx="10959094" cy="4565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algn="just" defTabSz="9144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s-ES" sz="1800">
                <a:latin typeface="Arial"/>
                <a:cs typeface="Arial"/>
              </a:rPr>
              <a:t>Instalar las siguientes extensiones en VS </a:t>
            </a:r>
            <a:r>
              <a:rPr lang="es-ES" sz="1800" err="1">
                <a:latin typeface="Arial"/>
                <a:cs typeface="Arial"/>
              </a:rPr>
              <a:t>Code</a:t>
            </a:r>
            <a:r>
              <a:rPr lang="es-ES" sz="1800">
                <a:latin typeface="Arial"/>
                <a:cs typeface="Arial"/>
              </a:rPr>
              <a:t> para abrir el proyecto.</a:t>
            </a:r>
            <a:endParaRPr lang="es-ES" sz="1800">
              <a:solidFill>
                <a:srgbClr val="000000"/>
              </a:solidFill>
            </a:endParaRPr>
          </a:p>
        </p:txBody>
      </p:sp>
      <p:pic>
        <p:nvPicPr>
          <p:cNvPr id="3" name="Imagen 2" descr="Interfaz de usuario gráfica, Texto, Aplicación, Chat o mensaje de texto&#10;&#10;Descripción generada automáticamente">
            <a:extLst>
              <a:ext uri="{FF2B5EF4-FFF2-40B4-BE49-F238E27FC236}">
                <a16:creationId xmlns:a16="http://schemas.microsoft.com/office/drawing/2014/main" id="{DFF9EA77-30FC-2581-B252-53CEA0C9FC29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366" r="2505" b="659"/>
          <a:stretch/>
        </p:blipFill>
        <p:spPr>
          <a:xfrm>
            <a:off x="681966" y="1876424"/>
            <a:ext cx="7176741" cy="1548960"/>
          </a:xfrm>
          <a:prstGeom prst="rect">
            <a:avLst/>
          </a:prstGeom>
        </p:spPr>
      </p:pic>
      <p:pic>
        <p:nvPicPr>
          <p:cNvPr id="7" name="Imagen 6" descr="Interfaz de usuario gráfica, Texto, Aplicación&#10;&#10;Descripción generada automáticamente">
            <a:extLst>
              <a:ext uri="{FF2B5EF4-FFF2-40B4-BE49-F238E27FC236}">
                <a16:creationId xmlns:a16="http://schemas.microsoft.com/office/drawing/2014/main" id="{A1B9C437-280C-1884-0A40-B2F1F7192663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5483" t="-1539" r="22981" b="56923"/>
          <a:stretch/>
        </p:blipFill>
        <p:spPr>
          <a:xfrm>
            <a:off x="5035015" y="3583694"/>
            <a:ext cx="6784719" cy="1714065"/>
          </a:xfrm>
          <a:prstGeom prst="rect">
            <a:avLst/>
          </a:prstGeom>
        </p:spPr>
      </p:pic>
      <p:pic>
        <p:nvPicPr>
          <p:cNvPr id="9" name="Imagen 8" descr="Visual Studio Code - YouTube">
            <a:extLst>
              <a:ext uri="{FF2B5EF4-FFF2-40B4-BE49-F238E27FC236}">
                <a16:creationId xmlns:a16="http://schemas.microsoft.com/office/drawing/2014/main" id="{37A0569E-228A-83A1-1C77-7FCF6EE0744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574789" y="3807619"/>
            <a:ext cx="2183606" cy="21121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13661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5B68A13F-7B0B-4B42-0E11-B6970DE6104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54685" y="551041"/>
            <a:ext cx="10689185" cy="469685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227965" indent="-227965"/>
            <a:r>
              <a:rPr lang="es-CL" dirty="0">
                <a:latin typeface="Arial"/>
                <a:cs typeface="Arial"/>
              </a:rPr>
              <a:t>Estructura Base de Proyecto</a:t>
            </a:r>
          </a:p>
          <a:p>
            <a:pPr marL="227965" indent="-227965"/>
            <a:endParaRPr lang="es-CL" dirty="0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B7F2C217-9AD6-4EDE-A227-64DBFBCAEB1B}"/>
              </a:ext>
            </a:extLst>
          </p:cNvPr>
          <p:cNvSpPr>
            <a:spLocks noGrp="1" noChangeArrowheads="1"/>
          </p:cNvSpPr>
          <p:nvPr>
            <p:ph type="body" sz="quarter" idx="14"/>
          </p:nvPr>
        </p:nvSpPr>
        <p:spPr bwMode="auto">
          <a:xfrm>
            <a:off x="558801" y="5362718"/>
            <a:ext cx="11328400" cy="87203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algn="just" defTabSz="91440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s-ES" sz="1800" dirty="0">
                <a:latin typeface="Arial"/>
                <a:cs typeface="Arial"/>
              </a:rPr>
              <a:t>Es importante destacar que este sitio web está en constante actualización por tanto las versiones al momento de ver esta página puede haber cambiado.</a:t>
            </a:r>
            <a:endParaRPr lang="es-ES" dirty="0"/>
          </a:p>
        </p:txBody>
      </p:sp>
      <p:pic>
        <p:nvPicPr>
          <p:cNvPr id="9" name="Imagen 8">
            <a:extLst>
              <a:ext uri="{FF2B5EF4-FFF2-40B4-BE49-F238E27FC236}">
                <a16:creationId xmlns:a16="http://schemas.microsoft.com/office/drawing/2014/main" id="{45A56658-66CF-4030-A279-10911CA404C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0168" y="1020726"/>
            <a:ext cx="8085666" cy="43040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380500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exto 1">
            <a:extLst>
              <a:ext uri="{FF2B5EF4-FFF2-40B4-BE49-F238E27FC236}">
                <a16:creationId xmlns:a16="http://schemas.microsoft.com/office/drawing/2014/main" id="{0F757B03-9327-B144-36A0-D0C118A7A28D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vert="horz" lIns="91440" tIns="45720" rIns="91440" bIns="45720" rtlCol="0" anchor="t">
            <a:noAutofit/>
          </a:bodyPr>
          <a:lstStyle/>
          <a:p>
            <a:r>
              <a:rPr lang="es-CL" dirty="0">
                <a:latin typeface="Arial"/>
                <a:cs typeface="Arial"/>
              </a:rPr>
              <a:t>Estructura Básica</a:t>
            </a:r>
            <a:endParaRPr lang="es-ES" dirty="0"/>
          </a:p>
        </p:txBody>
      </p:sp>
      <p:pic>
        <p:nvPicPr>
          <p:cNvPr id="8" name="Imagen 7">
            <a:extLst>
              <a:ext uri="{FF2B5EF4-FFF2-40B4-BE49-F238E27FC236}">
                <a16:creationId xmlns:a16="http://schemas.microsoft.com/office/drawing/2014/main" id="{5DF51104-DB50-4DC6-AFE8-785116ABB8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0859" y="1402494"/>
            <a:ext cx="3362794" cy="4696480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804D4D9F-9CCE-4AE3-BC82-F1C6401AD50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59360" y="1297704"/>
            <a:ext cx="3610479" cy="4906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47908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9212460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rra">
  <a:themeElements>
    <a:clrScheme name="Custom 3">
      <a:dk1>
        <a:srgbClr val="000000"/>
      </a:dk1>
      <a:lt1>
        <a:srgbClr val="FFFFFF"/>
      </a:lt1>
      <a:dk2>
        <a:srgbClr val="718DB2"/>
      </a:dk2>
      <a:lt2>
        <a:srgbClr val="FEFFFF"/>
      </a:lt2>
      <a:accent1>
        <a:srgbClr val="5E5E5E"/>
      </a:accent1>
      <a:accent2>
        <a:srgbClr val="E7E6E6"/>
      </a:accent2>
      <a:accent3>
        <a:srgbClr val="D7CDC8"/>
      </a:accent3>
      <a:accent4>
        <a:srgbClr val="AFA5A0"/>
      </a:accent4>
      <a:accent5>
        <a:srgbClr val="918787"/>
      </a:accent5>
      <a:accent6>
        <a:srgbClr val="556969"/>
      </a:accent6>
      <a:hlink>
        <a:srgbClr val="3758C1"/>
      </a:hlink>
      <a:folHlink>
        <a:srgbClr val="00539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2DF45AB5C1B6D4D8AD2DBFAA75D8CA5" ma:contentTypeVersion="7" ma:contentTypeDescription="Crear nuevo documento." ma:contentTypeScope="" ma:versionID="cd7b01c927de9591ca865b4942ea6ea8">
  <xsd:schema xmlns:xsd="http://www.w3.org/2001/XMLSchema" xmlns:xs="http://www.w3.org/2001/XMLSchema" xmlns:p="http://schemas.microsoft.com/office/2006/metadata/properties" xmlns:ns2="c9312883-1a57-42e3-a13f-7047fc9b9dd7" targetNamespace="http://schemas.microsoft.com/office/2006/metadata/properties" ma:root="true" ma:fieldsID="4d738323a8d35624891f1985e0b6ddaa" ns2:_="">
    <xsd:import namespace="c9312883-1a57-42e3-a13f-7047fc9b9dd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9312883-1a57-42e3-a13f-7047fc9b9dd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47BD4256-76F8-4EE6-AF14-F39F3CD068A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0139417-AAF9-463C-AA51-D5C0DE52ED2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9312883-1a57-42e3-a13f-7047fc9b9dd7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EC58CA3E-C0DA-46ED-9440-7D10196C7762}">
  <ds:schemaRefs>
    <ds:schemaRef ds:uri="4215e297-5d6e-42b1-b795-55976a17412c"/>
    <ds:schemaRef ds:uri="dbb86751-ad4c-49ff-a33d-b7314027950b"/>
    <ds:schemaRef ds:uri="e1e7bc46-bed0-459f-9452-a76b1c5b695e"/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81</TotalTime>
  <Words>1000</Words>
  <Application>Microsoft Office PowerPoint</Application>
  <PresentationFormat>Panorámica</PresentationFormat>
  <Paragraphs>136</Paragraphs>
  <Slides>31</Slides>
  <Notes>22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2</vt:i4>
      </vt:variant>
      <vt:variant>
        <vt:lpstr>Títulos de diapositiva</vt:lpstr>
      </vt:variant>
      <vt:variant>
        <vt:i4>31</vt:i4>
      </vt:variant>
    </vt:vector>
  </HeadingPairs>
  <TitlesOfParts>
    <vt:vector size="40" baseType="lpstr">
      <vt:lpstr>Aptos</vt:lpstr>
      <vt:lpstr>Aptos Display</vt:lpstr>
      <vt:lpstr>Arial</vt:lpstr>
      <vt:lpstr>Calibri</vt:lpstr>
      <vt:lpstr>Montserrat</vt:lpstr>
      <vt:lpstr>Poppins</vt:lpstr>
      <vt:lpstr>Roboto</vt:lpstr>
      <vt:lpstr>Tema de Office</vt:lpstr>
      <vt:lpstr>Terra</vt:lpstr>
      <vt:lpstr>LA ERA DE LOS FRAMEWORKS</vt:lpstr>
      <vt:lpstr>Presentación de PowerPoint</vt:lpstr>
      <vt:lpstr>Presentación de PowerPoint</vt:lpstr>
      <vt:lpstr>Presentación de PowerPoint</vt:lpstr>
      <vt:lpstr>Presentación de PowerPoint</vt:lpstr>
      <vt:lpstr>Framework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Tipos de Frameworks 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SPRING y MAVEN</vt:lpstr>
      <vt:lpstr>Presentación de PowerPoint</vt:lpstr>
      <vt:lpstr>Presentación de PowerPoint</vt:lpstr>
      <vt:lpstr>Presentación de PowerPoint</vt:lpstr>
      <vt:lpstr>Mi primer proyecto:  Configuración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Daniela Osorio C.</dc:creator>
  <cp:lastModifiedBy>pc</cp:lastModifiedBy>
  <cp:revision>773</cp:revision>
  <dcterms:created xsi:type="dcterms:W3CDTF">2024-03-07T18:55:37Z</dcterms:created>
  <dcterms:modified xsi:type="dcterms:W3CDTF">2026-01-10T20:28:31Z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0x010100C2DF45AB5C1B6D4D8AD2DBFAA75D8CA5</vt:lpwstr>
  </property>
  <property fmtid="{D5CDD505-2E9C-101B-9397-08002B2CF9AE}" pid="3" name="MediaServiceImageTags">
    <vt:lpwstr/>
  </property>
</Properties>
</file>