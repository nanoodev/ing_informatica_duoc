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8"/>
  </p:notesMasterIdLst>
  <p:sldIdLst>
    <p:sldId id="261" r:id="rId5"/>
    <p:sldId id="451" r:id="rId6"/>
    <p:sldId id="452" r:id="rId7"/>
    <p:sldId id="453" r:id="rId8"/>
    <p:sldId id="424" r:id="rId9"/>
    <p:sldId id="454" r:id="rId10"/>
    <p:sldId id="425" r:id="rId11"/>
    <p:sldId id="439" r:id="rId12"/>
    <p:sldId id="458" r:id="rId13"/>
    <p:sldId id="456" r:id="rId14"/>
    <p:sldId id="459" r:id="rId15"/>
    <p:sldId id="460" r:id="rId16"/>
    <p:sldId id="461" r:id="rId17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14EC4"/>
    <a:srgbClr val="C4D600"/>
    <a:srgbClr val="257CE1"/>
    <a:srgbClr val="C2D501"/>
    <a:srgbClr val="DB0532"/>
    <a:srgbClr val="FF595A"/>
    <a:srgbClr val="D39F17"/>
    <a:srgbClr val="58C0E9"/>
    <a:srgbClr val="DC0031"/>
    <a:srgbClr val="EF78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F5DAA1-C761-41F7-A3AA-37A9E35DAD41}" v="89" dt="2025-03-10T16:12:51.29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90"/>
    <p:restoredTop sz="89316" autoAdjust="0"/>
  </p:normalViewPr>
  <p:slideViewPr>
    <p:cSldViewPr>
      <p:cViewPr varScale="1">
        <p:scale>
          <a:sx n="48" d="100"/>
          <a:sy n="48" d="100"/>
        </p:scale>
        <p:origin x="586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varo herrera" userId="e433adfdcf7e8d4e" providerId="LiveId" clId="{74E39A7D-FBA5-42A9-9EEB-18869C00FBF1}"/>
    <pc:docChg chg="undo redo custSel addSld delSld modSld sldOrd">
      <pc:chgData name="alvaro herrera" userId="e433adfdcf7e8d4e" providerId="LiveId" clId="{74E39A7D-FBA5-42A9-9EEB-18869C00FBF1}" dt="2024-08-27T12:33:55.974" v="19944" actId="20577"/>
      <pc:docMkLst>
        <pc:docMk/>
      </pc:docMkLst>
      <pc:sldChg chg="modSp mod">
        <pc:chgData name="alvaro herrera" userId="e433adfdcf7e8d4e" providerId="LiveId" clId="{74E39A7D-FBA5-42A9-9EEB-18869C00FBF1}" dt="2024-08-22T13:56:19.361" v="33" actId="20577"/>
        <pc:sldMkLst>
          <pc:docMk/>
          <pc:sldMk cId="3642932644" sldId="261"/>
        </pc:sldMkLst>
      </pc:sldChg>
      <pc:sldChg chg="modSp mod">
        <pc:chgData name="alvaro herrera" userId="e433adfdcf7e8d4e" providerId="LiveId" clId="{74E39A7D-FBA5-42A9-9EEB-18869C00FBF1}" dt="2024-08-22T14:08:52.421" v="386" actId="20577"/>
        <pc:sldMkLst>
          <pc:docMk/>
          <pc:sldMk cId="2257653637" sldId="270"/>
        </pc:sldMkLst>
      </pc:sldChg>
      <pc:sldChg chg="modSp mod">
        <pc:chgData name="alvaro herrera" userId="e433adfdcf7e8d4e" providerId="LiveId" clId="{74E39A7D-FBA5-42A9-9EEB-18869C00FBF1}" dt="2024-08-22T14:55:00.647" v="2319" actId="20577"/>
        <pc:sldMkLst>
          <pc:docMk/>
          <pc:sldMk cId="3735245215" sldId="327"/>
        </pc:sldMkLst>
      </pc:sldChg>
      <pc:sldChg chg="addSp delSp modSp mod">
        <pc:chgData name="alvaro herrera" userId="e433adfdcf7e8d4e" providerId="LiveId" clId="{74E39A7D-FBA5-42A9-9EEB-18869C00FBF1}" dt="2024-08-27T12:30:17.520" v="19845" actId="20577"/>
        <pc:sldMkLst>
          <pc:docMk/>
          <pc:sldMk cId="3979444189" sldId="337"/>
        </pc:sldMkLst>
      </pc:sldChg>
      <pc:sldChg chg="modSp mod">
        <pc:chgData name="alvaro herrera" userId="e433adfdcf7e8d4e" providerId="LiveId" clId="{74E39A7D-FBA5-42A9-9EEB-18869C00FBF1}" dt="2024-08-22T18:27:49.976" v="12719" actId="20577"/>
        <pc:sldMkLst>
          <pc:docMk/>
          <pc:sldMk cId="214962392" sldId="339"/>
        </pc:sldMkLst>
      </pc:sldChg>
      <pc:sldChg chg="addSp delSp modSp mod">
        <pc:chgData name="alvaro herrera" userId="e433adfdcf7e8d4e" providerId="LiveId" clId="{74E39A7D-FBA5-42A9-9EEB-18869C00FBF1}" dt="2024-08-22T18:34:09.542" v="12763" actId="113"/>
        <pc:sldMkLst>
          <pc:docMk/>
          <pc:sldMk cId="717399983" sldId="340"/>
        </pc:sldMkLst>
      </pc:sldChg>
      <pc:sldChg chg="del">
        <pc:chgData name="alvaro herrera" userId="e433adfdcf7e8d4e" providerId="LiveId" clId="{74E39A7D-FBA5-42A9-9EEB-18869C00FBF1}" dt="2024-08-22T15:04:03.329" v="2414" actId="47"/>
        <pc:sldMkLst>
          <pc:docMk/>
          <pc:sldMk cId="1067811435" sldId="341"/>
        </pc:sldMkLst>
      </pc:sldChg>
      <pc:sldChg chg="modSp mod">
        <pc:chgData name="alvaro herrera" userId="e433adfdcf7e8d4e" providerId="LiveId" clId="{74E39A7D-FBA5-42A9-9EEB-18869C00FBF1}" dt="2024-08-22T13:56:58.172" v="98" actId="20577"/>
        <pc:sldMkLst>
          <pc:docMk/>
          <pc:sldMk cId="3117571071" sldId="344"/>
        </pc:sldMkLst>
      </pc:sldChg>
      <pc:sldChg chg="modSp mod">
        <pc:chgData name="alvaro herrera" userId="e433adfdcf7e8d4e" providerId="LiveId" clId="{74E39A7D-FBA5-42A9-9EEB-18869C00FBF1}" dt="2024-08-22T15:04:21.253" v="2442" actId="20577"/>
        <pc:sldMkLst>
          <pc:docMk/>
          <pc:sldMk cId="1757146808" sldId="345"/>
        </pc:sldMkLst>
      </pc:sldChg>
      <pc:sldChg chg="modSp del mod">
        <pc:chgData name="alvaro herrera" userId="e433adfdcf7e8d4e" providerId="LiveId" clId="{74E39A7D-FBA5-42A9-9EEB-18869C00FBF1}" dt="2024-08-22T14:08:43.116" v="369" actId="47"/>
        <pc:sldMkLst>
          <pc:docMk/>
          <pc:sldMk cId="4172899324" sldId="346"/>
        </pc:sldMkLst>
      </pc:sldChg>
      <pc:sldChg chg="del">
        <pc:chgData name="alvaro herrera" userId="e433adfdcf7e8d4e" providerId="LiveId" clId="{74E39A7D-FBA5-42A9-9EEB-18869C00FBF1}" dt="2024-08-22T14:54:49.565" v="2294" actId="47"/>
        <pc:sldMkLst>
          <pc:docMk/>
          <pc:sldMk cId="2376927994" sldId="347"/>
        </pc:sldMkLst>
      </pc:sldChg>
      <pc:sldChg chg="del">
        <pc:chgData name="alvaro herrera" userId="e433adfdcf7e8d4e" providerId="LiveId" clId="{74E39A7D-FBA5-42A9-9EEB-18869C00FBF1}" dt="2024-08-22T15:04:09.227" v="2416" actId="47"/>
        <pc:sldMkLst>
          <pc:docMk/>
          <pc:sldMk cId="2394126473" sldId="348"/>
        </pc:sldMkLst>
      </pc:sldChg>
      <pc:sldChg chg="del">
        <pc:chgData name="alvaro herrera" userId="e433adfdcf7e8d4e" providerId="LiveId" clId="{74E39A7D-FBA5-42A9-9EEB-18869C00FBF1}" dt="2024-08-22T17:40:56.987" v="9794" actId="47"/>
        <pc:sldMkLst>
          <pc:docMk/>
          <pc:sldMk cId="2251897141" sldId="349"/>
        </pc:sldMkLst>
      </pc:sldChg>
      <pc:sldChg chg="del">
        <pc:chgData name="alvaro herrera" userId="e433adfdcf7e8d4e" providerId="LiveId" clId="{74E39A7D-FBA5-42A9-9EEB-18869C00FBF1}" dt="2024-08-22T15:04:07.403" v="2415" actId="47"/>
        <pc:sldMkLst>
          <pc:docMk/>
          <pc:sldMk cId="513067390" sldId="350"/>
        </pc:sldMkLst>
      </pc:sldChg>
      <pc:sldChg chg="del">
        <pc:chgData name="alvaro herrera" userId="e433adfdcf7e8d4e" providerId="LiveId" clId="{74E39A7D-FBA5-42A9-9EEB-18869C00FBF1}" dt="2024-08-22T17:40:56.987" v="9794" actId="47"/>
        <pc:sldMkLst>
          <pc:docMk/>
          <pc:sldMk cId="3200365366" sldId="351"/>
        </pc:sldMkLst>
      </pc:sldChg>
      <pc:sldChg chg="modSp mod">
        <pc:chgData name="alvaro herrera" userId="e433adfdcf7e8d4e" providerId="LiveId" clId="{74E39A7D-FBA5-42A9-9EEB-18869C00FBF1}" dt="2024-08-22T17:41:10.929" v="9820" actId="20577"/>
        <pc:sldMkLst>
          <pc:docMk/>
          <pc:sldMk cId="1018190952" sldId="352"/>
        </pc:sldMkLst>
      </pc:sldChg>
      <pc:sldChg chg="del">
        <pc:chgData name="alvaro herrera" userId="e433adfdcf7e8d4e" providerId="LiveId" clId="{74E39A7D-FBA5-42A9-9EEB-18869C00FBF1}" dt="2024-08-22T17:57:14.652" v="10889" actId="47"/>
        <pc:sldMkLst>
          <pc:docMk/>
          <pc:sldMk cId="3697977237" sldId="353"/>
        </pc:sldMkLst>
      </pc:sldChg>
      <pc:sldChg chg="del">
        <pc:chgData name="alvaro herrera" userId="e433adfdcf7e8d4e" providerId="LiveId" clId="{74E39A7D-FBA5-42A9-9EEB-18869C00FBF1}" dt="2024-08-22T17:57:16.462" v="10890" actId="47"/>
        <pc:sldMkLst>
          <pc:docMk/>
          <pc:sldMk cId="2044938371" sldId="354"/>
        </pc:sldMkLst>
      </pc:sldChg>
      <pc:sldChg chg="del">
        <pc:chgData name="alvaro herrera" userId="e433adfdcf7e8d4e" providerId="LiveId" clId="{74E39A7D-FBA5-42A9-9EEB-18869C00FBF1}" dt="2024-08-22T17:57:17.917" v="10891" actId="47"/>
        <pc:sldMkLst>
          <pc:docMk/>
          <pc:sldMk cId="3662399843" sldId="355"/>
        </pc:sldMkLst>
      </pc:sldChg>
      <pc:sldChg chg="modSp add mod">
        <pc:chgData name="alvaro herrera" userId="e433adfdcf7e8d4e" providerId="LiveId" clId="{74E39A7D-FBA5-42A9-9EEB-18869C00FBF1}" dt="2024-08-22T18:28:11.080" v="12723" actId="20577"/>
        <pc:sldMkLst>
          <pc:docMk/>
          <pc:sldMk cId="500098683" sldId="356"/>
        </pc:sldMkLst>
      </pc:sldChg>
      <pc:sldChg chg="modSp add mod">
        <pc:chgData name="alvaro herrera" userId="e433adfdcf7e8d4e" providerId="LiveId" clId="{74E39A7D-FBA5-42A9-9EEB-18869C00FBF1}" dt="2024-08-22T18:28:02.440" v="12721" actId="20577"/>
        <pc:sldMkLst>
          <pc:docMk/>
          <pc:sldMk cId="612862089" sldId="357"/>
        </pc:sldMkLst>
      </pc:sldChg>
      <pc:sldChg chg="addSp delSp modSp add mod delAnim modAnim">
        <pc:chgData name="alvaro herrera" userId="e433adfdcf7e8d4e" providerId="LiveId" clId="{74E39A7D-FBA5-42A9-9EEB-18869C00FBF1}" dt="2024-08-26T14:38:01.523" v="13050" actId="1076"/>
        <pc:sldMkLst>
          <pc:docMk/>
          <pc:sldMk cId="3558969295" sldId="358"/>
        </pc:sldMkLst>
      </pc:sldChg>
      <pc:sldChg chg="addSp delSp modSp add mod delAnim modAnim">
        <pc:chgData name="alvaro herrera" userId="e433adfdcf7e8d4e" providerId="LiveId" clId="{74E39A7D-FBA5-42A9-9EEB-18869C00FBF1}" dt="2024-08-27T02:16:46.377" v="16510"/>
        <pc:sldMkLst>
          <pc:docMk/>
          <pc:sldMk cId="660929596" sldId="359"/>
        </pc:sldMkLst>
      </pc:sldChg>
      <pc:sldChg chg="addSp delSp modSp add mod addAnim delAnim modAnim">
        <pc:chgData name="alvaro herrera" userId="e433adfdcf7e8d4e" providerId="LiveId" clId="{74E39A7D-FBA5-42A9-9EEB-18869C00FBF1}" dt="2024-08-27T02:19:53.466" v="16532" actId="1076"/>
        <pc:sldMkLst>
          <pc:docMk/>
          <pc:sldMk cId="2487321172" sldId="360"/>
        </pc:sldMkLst>
      </pc:sldChg>
      <pc:sldChg chg="addSp delSp modSp add del mod delAnim">
        <pc:chgData name="alvaro herrera" userId="e433adfdcf7e8d4e" providerId="LiveId" clId="{74E39A7D-FBA5-42A9-9EEB-18869C00FBF1}" dt="2024-08-22T16:45:37.631" v="5576" actId="47"/>
        <pc:sldMkLst>
          <pc:docMk/>
          <pc:sldMk cId="1221046526" sldId="361"/>
        </pc:sldMkLst>
      </pc:sldChg>
      <pc:sldChg chg="addSp delSp modSp add mod delAnim modAnim">
        <pc:chgData name="alvaro herrera" userId="e433adfdcf7e8d4e" providerId="LiveId" clId="{74E39A7D-FBA5-42A9-9EEB-18869C00FBF1}" dt="2024-08-26T17:11:23.772" v="13566" actId="1036"/>
        <pc:sldMkLst>
          <pc:docMk/>
          <pc:sldMk cId="195899456" sldId="362"/>
        </pc:sldMkLst>
      </pc:sldChg>
      <pc:sldChg chg="addSp delSp modSp add mod delAnim modAnim">
        <pc:chgData name="alvaro herrera" userId="e433adfdcf7e8d4e" providerId="LiveId" clId="{74E39A7D-FBA5-42A9-9EEB-18869C00FBF1}" dt="2024-08-26T17:20:14.527" v="13819"/>
        <pc:sldMkLst>
          <pc:docMk/>
          <pc:sldMk cId="1947316694" sldId="363"/>
        </pc:sldMkLst>
      </pc:sldChg>
      <pc:sldChg chg="addSp modSp add del mod modAnim">
        <pc:chgData name="alvaro herrera" userId="e433adfdcf7e8d4e" providerId="LiveId" clId="{74E39A7D-FBA5-42A9-9EEB-18869C00FBF1}" dt="2024-08-26T17:21:20.990" v="13820" actId="47"/>
        <pc:sldMkLst>
          <pc:docMk/>
          <pc:sldMk cId="3882908139" sldId="364"/>
        </pc:sldMkLst>
      </pc:sldChg>
      <pc:sldChg chg="addSp delSp modSp add del mod delAnim modAnim">
        <pc:chgData name="alvaro herrera" userId="e433adfdcf7e8d4e" providerId="LiveId" clId="{74E39A7D-FBA5-42A9-9EEB-18869C00FBF1}" dt="2024-08-26T17:30:44.140" v="14342" actId="47"/>
        <pc:sldMkLst>
          <pc:docMk/>
          <pc:sldMk cId="2424216970" sldId="365"/>
        </pc:sldMkLst>
      </pc:sldChg>
      <pc:sldChg chg="addSp delSp modSp add mod delAnim modAnim">
        <pc:chgData name="alvaro herrera" userId="e433adfdcf7e8d4e" providerId="LiveId" clId="{74E39A7D-FBA5-42A9-9EEB-18869C00FBF1}" dt="2024-08-26T17:39:20.917" v="14475" actId="1037"/>
        <pc:sldMkLst>
          <pc:docMk/>
          <pc:sldMk cId="2893399527" sldId="366"/>
        </pc:sldMkLst>
      </pc:sldChg>
      <pc:sldChg chg="modSp add del mod">
        <pc:chgData name="alvaro herrera" userId="e433adfdcf7e8d4e" providerId="LiveId" clId="{74E39A7D-FBA5-42A9-9EEB-18869C00FBF1}" dt="2024-08-22T16:02:24.946" v="4272" actId="47"/>
        <pc:sldMkLst>
          <pc:docMk/>
          <pc:sldMk cId="825260327" sldId="367"/>
        </pc:sldMkLst>
      </pc:sldChg>
      <pc:sldChg chg="addSp modSp add del mod modAnim">
        <pc:chgData name="alvaro herrera" userId="e433adfdcf7e8d4e" providerId="LiveId" clId="{74E39A7D-FBA5-42A9-9EEB-18869C00FBF1}" dt="2024-08-26T21:24:57.074" v="15431" actId="47"/>
        <pc:sldMkLst>
          <pc:docMk/>
          <pc:sldMk cId="3295917131" sldId="368"/>
        </pc:sldMkLst>
      </pc:sldChg>
      <pc:sldChg chg="addSp delSp modSp add del mod delAnim modAnim">
        <pc:chgData name="alvaro herrera" userId="e433adfdcf7e8d4e" providerId="LiveId" clId="{74E39A7D-FBA5-42A9-9EEB-18869C00FBF1}" dt="2024-08-22T16:10:58.966" v="4339" actId="47"/>
        <pc:sldMkLst>
          <pc:docMk/>
          <pc:sldMk cId="2183198617" sldId="369"/>
        </pc:sldMkLst>
      </pc:sldChg>
      <pc:sldChg chg="addSp delSp modSp add del mod delAnim modAnim">
        <pc:chgData name="alvaro herrera" userId="e433adfdcf7e8d4e" providerId="LiveId" clId="{74E39A7D-FBA5-42A9-9EEB-18869C00FBF1}" dt="2024-08-27T02:22:59.840" v="16535" actId="47"/>
        <pc:sldMkLst>
          <pc:docMk/>
          <pc:sldMk cId="2202275173" sldId="369"/>
        </pc:sldMkLst>
      </pc:sldChg>
      <pc:sldChg chg="addSp delSp modSp add del mod delAnim modAnim">
        <pc:chgData name="alvaro herrera" userId="e433adfdcf7e8d4e" providerId="LiveId" clId="{74E39A7D-FBA5-42A9-9EEB-18869C00FBF1}" dt="2024-08-27T02:34:58.156" v="17061" actId="47"/>
        <pc:sldMkLst>
          <pc:docMk/>
          <pc:sldMk cId="4247720347" sldId="370"/>
        </pc:sldMkLst>
      </pc:sldChg>
      <pc:sldChg chg="addSp delSp modSp add del mod delAnim modAnim">
        <pc:chgData name="alvaro herrera" userId="e433adfdcf7e8d4e" providerId="LiveId" clId="{74E39A7D-FBA5-42A9-9EEB-18869C00FBF1}" dt="2024-08-27T02:36:53.672" v="17072" actId="47"/>
        <pc:sldMkLst>
          <pc:docMk/>
          <pc:sldMk cId="3718614157" sldId="371"/>
        </pc:sldMkLst>
      </pc:sldChg>
      <pc:sldChg chg="addSp delSp modSp add del mod delAnim modAnim">
        <pc:chgData name="alvaro herrera" userId="e433adfdcf7e8d4e" providerId="LiveId" clId="{74E39A7D-FBA5-42A9-9EEB-18869C00FBF1}" dt="2024-08-27T02:54:33.122" v="18266" actId="47"/>
        <pc:sldMkLst>
          <pc:docMk/>
          <pc:sldMk cId="2572613093" sldId="372"/>
        </pc:sldMkLst>
      </pc:sldChg>
      <pc:sldChg chg="addSp delSp modSp add del mod delAnim">
        <pc:chgData name="alvaro herrera" userId="e433adfdcf7e8d4e" providerId="LiveId" clId="{74E39A7D-FBA5-42A9-9EEB-18869C00FBF1}" dt="2024-08-27T02:59:19.626" v="18626" actId="47"/>
        <pc:sldMkLst>
          <pc:docMk/>
          <pc:sldMk cId="4206573744" sldId="373"/>
        </pc:sldMkLst>
      </pc:sldChg>
      <pc:sldChg chg="addSp delSp modSp add mod modAnim">
        <pc:chgData name="alvaro herrera" userId="e433adfdcf7e8d4e" providerId="LiveId" clId="{74E39A7D-FBA5-42A9-9EEB-18869C00FBF1}" dt="2024-08-27T03:16:12.252" v="18822" actId="14100"/>
        <pc:sldMkLst>
          <pc:docMk/>
          <pc:sldMk cId="275189471" sldId="374"/>
        </pc:sldMkLst>
      </pc:sldChg>
      <pc:sldChg chg="addSp delSp modSp add del mod ord">
        <pc:chgData name="alvaro herrera" userId="e433adfdcf7e8d4e" providerId="LiveId" clId="{74E39A7D-FBA5-42A9-9EEB-18869C00FBF1}" dt="2024-08-22T18:27:17.117" v="12715" actId="47"/>
        <pc:sldMkLst>
          <pc:docMk/>
          <pc:sldMk cId="960989593" sldId="375"/>
        </pc:sldMkLst>
      </pc:sldChg>
      <pc:sldChg chg="add del">
        <pc:chgData name="alvaro herrera" userId="e433adfdcf7e8d4e" providerId="LiveId" clId="{74E39A7D-FBA5-42A9-9EEB-18869C00FBF1}" dt="2024-08-22T17:44:04.361" v="9880"/>
        <pc:sldMkLst>
          <pc:docMk/>
          <pc:sldMk cId="3638059047" sldId="376"/>
        </pc:sldMkLst>
      </pc:sldChg>
      <pc:sldChg chg="addSp delSp modSp add mod">
        <pc:chgData name="alvaro herrera" userId="e433adfdcf7e8d4e" providerId="LiveId" clId="{74E39A7D-FBA5-42A9-9EEB-18869C00FBF1}" dt="2024-08-27T03:56:47.932" v="19648" actId="255"/>
        <pc:sldMkLst>
          <pc:docMk/>
          <pc:sldMk cId="3851861059" sldId="376"/>
        </pc:sldMkLst>
      </pc:sldChg>
      <pc:sldChg chg="addSp delSp modSp add del mod modAnim">
        <pc:chgData name="alvaro herrera" userId="e433adfdcf7e8d4e" providerId="LiveId" clId="{74E39A7D-FBA5-42A9-9EEB-18869C00FBF1}" dt="2024-08-27T03:09:30.643" v="18702" actId="47"/>
        <pc:sldMkLst>
          <pc:docMk/>
          <pc:sldMk cId="2114138836" sldId="377"/>
        </pc:sldMkLst>
      </pc:sldChg>
      <pc:sldChg chg="addSp delSp modSp add del mod delAnim modAnim">
        <pc:chgData name="alvaro herrera" userId="e433adfdcf7e8d4e" providerId="LiveId" clId="{74E39A7D-FBA5-42A9-9EEB-18869C00FBF1}" dt="2024-08-27T03:50:50.655" v="19505" actId="47"/>
        <pc:sldMkLst>
          <pc:docMk/>
          <pc:sldMk cId="2814731241" sldId="378"/>
        </pc:sldMkLst>
      </pc:sldChg>
      <pc:sldChg chg="addSp delSp modSp add mod addAnim delAnim modAnim">
        <pc:chgData name="alvaro herrera" userId="e433adfdcf7e8d4e" providerId="LiveId" clId="{74E39A7D-FBA5-42A9-9EEB-18869C00FBF1}" dt="2024-08-26T17:20:01.672" v="13817" actId="1037"/>
        <pc:sldMkLst>
          <pc:docMk/>
          <pc:sldMk cId="2246871194" sldId="379"/>
        </pc:sldMkLst>
      </pc:sldChg>
      <pc:sldChg chg="addSp delSp modSp add mod delAnim modAnim">
        <pc:chgData name="alvaro herrera" userId="e433adfdcf7e8d4e" providerId="LiveId" clId="{74E39A7D-FBA5-42A9-9EEB-18869C00FBF1}" dt="2024-08-27T03:10:34.122" v="18705" actId="1037"/>
        <pc:sldMkLst>
          <pc:docMk/>
          <pc:sldMk cId="1874012100" sldId="380"/>
        </pc:sldMkLst>
      </pc:sldChg>
      <pc:sldChg chg="addSp delSp modSp add mod delAnim modAnim">
        <pc:chgData name="alvaro herrera" userId="e433adfdcf7e8d4e" providerId="LiveId" clId="{74E39A7D-FBA5-42A9-9EEB-18869C00FBF1}" dt="2024-08-26T17:45:37.224" v="15021" actId="1037"/>
        <pc:sldMkLst>
          <pc:docMk/>
          <pc:sldMk cId="3313329645" sldId="381"/>
        </pc:sldMkLst>
      </pc:sldChg>
      <pc:sldChg chg="delSp modSp add mod delAnim">
        <pc:chgData name="alvaro herrera" userId="e433adfdcf7e8d4e" providerId="LiveId" clId="{74E39A7D-FBA5-42A9-9EEB-18869C00FBF1}" dt="2024-08-26T18:21:06.287" v="15408" actId="478"/>
        <pc:sldMkLst>
          <pc:docMk/>
          <pc:sldMk cId="273721892" sldId="382"/>
        </pc:sldMkLst>
      </pc:sldChg>
      <pc:sldChg chg="addSp modSp add del mod modAnim">
        <pc:chgData name="alvaro herrera" userId="e433adfdcf7e8d4e" providerId="LiveId" clId="{74E39A7D-FBA5-42A9-9EEB-18869C00FBF1}" dt="2024-08-27T03:08:26.560" v="18695" actId="47"/>
        <pc:sldMkLst>
          <pc:docMk/>
          <pc:sldMk cId="2931540218" sldId="383"/>
        </pc:sldMkLst>
      </pc:sldChg>
      <pc:sldChg chg="addSp delSp modSp add mod modAnim">
        <pc:chgData name="alvaro herrera" userId="e433adfdcf7e8d4e" providerId="LiveId" clId="{74E39A7D-FBA5-42A9-9EEB-18869C00FBF1}" dt="2024-08-27T03:04:26.420" v="18665" actId="1037"/>
        <pc:sldMkLst>
          <pc:docMk/>
          <pc:sldMk cId="504289341" sldId="384"/>
        </pc:sldMkLst>
      </pc:sldChg>
      <pc:sldChg chg="addSp delSp modSp add mod delAnim modAnim">
        <pc:chgData name="alvaro herrera" userId="e433adfdcf7e8d4e" providerId="LiveId" clId="{74E39A7D-FBA5-42A9-9EEB-18869C00FBF1}" dt="2024-08-27T03:04:03.474" v="18656" actId="1076"/>
        <pc:sldMkLst>
          <pc:docMk/>
          <pc:sldMk cId="2501091757" sldId="385"/>
        </pc:sldMkLst>
      </pc:sldChg>
      <pc:sldChg chg="addSp delSp modSp add mod delAnim modAnim">
        <pc:chgData name="alvaro herrera" userId="e433adfdcf7e8d4e" providerId="LiveId" clId="{74E39A7D-FBA5-42A9-9EEB-18869C00FBF1}" dt="2024-08-27T03:04:34.077" v="18666"/>
        <pc:sldMkLst>
          <pc:docMk/>
          <pc:sldMk cId="1809618485" sldId="386"/>
        </pc:sldMkLst>
      </pc:sldChg>
      <pc:sldChg chg="addSp delSp modSp add mod delAnim modAnim">
        <pc:chgData name="alvaro herrera" userId="e433adfdcf7e8d4e" providerId="LiveId" clId="{74E39A7D-FBA5-42A9-9EEB-18869C00FBF1}" dt="2024-08-27T03:04:59.649" v="18670" actId="1076"/>
        <pc:sldMkLst>
          <pc:docMk/>
          <pc:sldMk cId="2888917476" sldId="387"/>
        </pc:sldMkLst>
      </pc:sldChg>
      <pc:sldChg chg="addSp delSp modSp add mod delAnim">
        <pc:chgData name="alvaro herrera" userId="e433adfdcf7e8d4e" providerId="LiveId" clId="{74E39A7D-FBA5-42A9-9EEB-18869C00FBF1}" dt="2024-08-27T03:05:26.892" v="18675" actId="1076"/>
        <pc:sldMkLst>
          <pc:docMk/>
          <pc:sldMk cId="1898182351" sldId="388"/>
        </pc:sldMkLst>
      </pc:sldChg>
      <pc:sldChg chg="addSp delSp modSp add del mod delAnim modAnim">
        <pc:chgData name="alvaro herrera" userId="e433adfdcf7e8d4e" providerId="LiveId" clId="{74E39A7D-FBA5-42A9-9EEB-18869C00FBF1}" dt="2024-08-27T03:10:53.066" v="18706" actId="47"/>
        <pc:sldMkLst>
          <pc:docMk/>
          <pc:sldMk cId="639565339" sldId="389"/>
        </pc:sldMkLst>
      </pc:sldChg>
      <pc:sldChg chg="addSp delSp modSp add mod ord delAnim modAnim">
        <pc:chgData name="alvaro herrera" userId="e433adfdcf7e8d4e" providerId="LiveId" clId="{74E39A7D-FBA5-42A9-9EEB-18869C00FBF1}" dt="2024-08-27T03:17:53.927" v="18831" actId="1037"/>
        <pc:sldMkLst>
          <pc:docMk/>
          <pc:sldMk cId="1233106305" sldId="390"/>
        </pc:sldMkLst>
      </pc:sldChg>
      <pc:sldChg chg="addSp delSp modSp add del mod">
        <pc:chgData name="alvaro herrera" userId="e433adfdcf7e8d4e" providerId="LiveId" clId="{74E39A7D-FBA5-42A9-9EEB-18869C00FBF1}" dt="2024-08-27T03:17:29.133" v="18823" actId="47"/>
        <pc:sldMkLst>
          <pc:docMk/>
          <pc:sldMk cId="309090167" sldId="391"/>
        </pc:sldMkLst>
      </pc:sldChg>
      <pc:sldChg chg="addSp delSp modSp add del mod delAnim modAnim">
        <pc:chgData name="alvaro herrera" userId="e433adfdcf7e8d4e" providerId="LiveId" clId="{74E39A7D-FBA5-42A9-9EEB-18869C00FBF1}" dt="2024-08-27T03:59:18.749" v="19652" actId="47"/>
        <pc:sldMkLst>
          <pc:docMk/>
          <pc:sldMk cId="2459562188" sldId="391"/>
        </pc:sldMkLst>
      </pc:sldChg>
      <pc:sldChg chg="addSp modSp add modAnim">
        <pc:chgData name="alvaro herrera" userId="e433adfdcf7e8d4e" providerId="LiveId" clId="{74E39A7D-FBA5-42A9-9EEB-18869C00FBF1}" dt="2024-08-27T03:59:15.143" v="19651"/>
        <pc:sldMkLst>
          <pc:docMk/>
          <pc:sldMk cId="2044430233" sldId="392"/>
        </pc:sldMkLst>
      </pc:sldChg>
      <pc:sldChg chg="modSp add mod">
        <pc:chgData name="alvaro herrera" userId="e433adfdcf7e8d4e" providerId="LiveId" clId="{74E39A7D-FBA5-42A9-9EEB-18869C00FBF1}" dt="2024-08-27T12:29:50.784" v="19820" actId="6549"/>
        <pc:sldMkLst>
          <pc:docMk/>
          <pc:sldMk cId="668082197" sldId="393"/>
        </pc:sldMkLst>
      </pc:sldChg>
      <pc:sldChg chg="addSp modSp add mod">
        <pc:chgData name="alvaro herrera" userId="e433adfdcf7e8d4e" providerId="LiveId" clId="{74E39A7D-FBA5-42A9-9EEB-18869C00FBF1}" dt="2024-08-27T12:33:55.974" v="19944" actId="20577"/>
        <pc:sldMkLst>
          <pc:docMk/>
          <pc:sldMk cId="3026905170" sldId="394"/>
        </pc:sldMkLst>
      </pc:sldChg>
    </pc:docChg>
  </pc:docChgLst>
  <pc:docChgLst>
    <pc:chgData name="alvaro herrera" userId="e433adfdcf7e8d4e" providerId="LiveId" clId="{30E31715-BA59-4AA1-958D-809757F93970}"/>
    <pc:docChg chg="undo custSel addSld delSld modSld">
      <pc:chgData name="alvaro herrera" userId="e433adfdcf7e8d4e" providerId="LiveId" clId="{30E31715-BA59-4AA1-958D-809757F93970}" dt="2024-11-22T13:59:00.927" v="3814" actId="1035"/>
      <pc:docMkLst>
        <pc:docMk/>
      </pc:docMkLst>
      <pc:sldChg chg="modSp mod">
        <pc:chgData name="alvaro herrera" userId="e433adfdcf7e8d4e" providerId="LiveId" clId="{30E31715-BA59-4AA1-958D-809757F93970}" dt="2024-11-22T12:33:40.282" v="19" actId="20577"/>
        <pc:sldMkLst>
          <pc:docMk/>
          <pc:sldMk cId="3642932644" sldId="261"/>
        </pc:sldMkLst>
      </pc:sldChg>
      <pc:sldChg chg="modSp mod">
        <pc:chgData name="alvaro herrera" userId="e433adfdcf7e8d4e" providerId="LiveId" clId="{30E31715-BA59-4AA1-958D-809757F93970}" dt="2024-11-22T12:55:39.718" v="1641" actId="20577"/>
        <pc:sldMkLst>
          <pc:docMk/>
          <pc:sldMk cId="2257653637" sldId="270"/>
        </pc:sldMkLst>
      </pc:sldChg>
      <pc:sldChg chg="modSp mod">
        <pc:chgData name="alvaro herrera" userId="e433adfdcf7e8d4e" providerId="LiveId" clId="{30E31715-BA59-4AA1-958D-809757F93970}" dt="2024-11-22T13:18:26.760" v="2518" actId="20577"/>
        <pc:sldMkLst>
          <pc:docMk/>
          <pc:sldMk cId="3735245215" sldId="327"/>
        </pc:sldMkLst>
      </pc:sldChg>
      <pc:sldChg chg="modSp mod">
        <pc:chgData name="alvaro herrera" userId="e433adfdcf7e8d4e" providerId="LiveId" clId="{30E31715-BA59-4AA1-958D-809757F93970}" dt="2024-11-22T12:38:19.299" v="294" actId="14100"/>
        <pc:sldMkLst>
          <pc:docMk/>
          <pc:sldMk cId="3979444189" sldId="337"/>
        </pc:sldMkLst>
      </pc:sldChg>
      <pc:sldChg chg="modSp mod">
        <pc:chgData name="alvaro herrera" userId="e433adfdcf7e8d4e" providerId="LiveId" clId="{30E31715-BA59-4AA1-958D-809757F93970}" dt="2024-11-22T12:53:54.778" v="1601" actId="6549"/>
        <pc:sldMkLst>
          <pc:docMk/>
          <pc:sldMk cId="214962392" sldId="339"/>
        </pc:sldMkLst>
      </pc:sldChg>
      <pc:sldChg chg="addSp delSp modSp mod">
        <pc:chgData name="alvaro herrera" userId="e433adfdcf7e8d4e" providerId="LiveId" clId="{30E31715-BA59-4AA1-958D-809757F93970}" dt="2024-11-22T13:18:49.789" v="2519" actId="6549"/>
        <pc:sldMkLst>
          <pc:docMk/>
          <pc:sldMk cId="717399983" sldId="340"/>
        </pc:sldMkLst>
      </pc:sldChg>
      <pc:sldChg chg="modSp mod">
        <pc:chgData name="alvaro herrera" userId="e433adfdcf7e8d4e" providerId="LiveId" clId="{30E31715-BA59-4AA1-958D-809757F93970}" dt="2024-11-22T12:39:46.589" v="306" actId="6549"/>
        <pc:sldMkLst>
          <pc:docMk/>
          <pc:sldMk cId="3117571071" sldId="344"/>
        </pc:sldMkLst>
      </pc:sldChg>
      <pc:sldChg chg="del">
        <pc:chgData name="alvaro herrera" userId="e433adfdcf7e8d4e" providerId="LiveId" clId="{30E31715-BA59-4AA1-958D-809757F93970}" dt="2024-11-22T12:55:17.912" v="1603" actId="47"/>
        <pc:sldMkLst>
          <pc:docMk/>
          <pc:sldMk cId="500098683" sldId="356"/>
        </pc:sldMkLst>
      </pc:sldChg>
      <pc:sldChg chg="del">
        <pc:chgData name="alvaro herrera" userId="e433adfdcf7e8d4e" providerId="LiveId" clId="{30E31715-BA59-4AA1-958D-809757F93970}" dt="2024-11-22T12:55:00.102" v="1602" actId="47"/>
        <pc:sldMkLst>
          <pc:docMk/>
          <pc:sldMk cId="612862089" sldId="357"/>
        </pc:sldMkLst>
      </pc:sldChg>
      <pc:sldChg chg="del">
        <pc:chgData name="alvaro herrera" userId="e433adfdcf7e8d4e" providerId="LiveId" clId="{30E31715-BA59-4AA1-958D-809757F93970}" dt="2024-11-22T13:17:25.296" v="2466" actId="47"/>
        <pc:sldMkLst>
          <pc:docMk/>
          <pc:sldMk cId="3558969295" sldId="358"/>
        </pc:sldMkLst>
      </pc:sldChg>
      <pc:sldChg chg="addSp delSp modSp mod delAnim modAnim">
        <pc:chgData name="alvaro herrera" userId="e433adfdcf7e8d4e" providerId="LiveId" clId="{30E31715-BA59-4AA1-958D-809757F93970}" dt="2024-11-22T13:35:34.786" v="2746"/>
        <pc:sldMkLst>
          <pc:docMk/>
          <pc:sldMk cId="660929596" sldId="359"/>
        </pc:sldMkLst>
      </pc:sldChg>
      <pc:sldChg chg="addSp delSp modSp add del mod delAnim modAnim">
        <pc:chgData name="alvaro herrera" userId="e433adfdcf7e8d4e" providerId="LiveId" clId="{30E31715-BA59-4AA1-958D-809757F93970}" dt="2024-11-22T13:38:35.020" v="2760" actId="14100"/>
        <pc:sldMkLst>
          <pc:docMk/>
          <pc:sldMk cId="958454969" sldId="395"/>
        </pc:sldMkLst>
      </pc:sldChg>
      <pc:sldChg chg="addSp delSp modSp add mod delAnim">
        <pc:chgData name="alvaro herrera" userId="e433adfdcf7e8d4e" providerId="LiveId" clId="{30E31715-BA59-4AA1-958D-809757F93970}" dt="2024-11-22T13:59:00.927" v="3814" actId="1035"/>
        <pc:sldMkLst>
          <pc:docMk/>
          <pc:sldMk cId="744146210" sldId="396"/>
        </pc:sldMkLst>
      </pc:sldChg>
      <pc:sldChg chg="add del">
        <pc:chgData name="alvaro herrera" userId="e433adfdcf7e8d4e" providerId="LiveId" clId="{30E31715-BA59-4AA1-958D-809757F93970}" dt="2024-11-22T13:41:23.315" v="2765"/>
        <pc:sldMkLst>
          <pc:docMk/>
          <pc:sldMk cId="4140627930" sldId="397"/>
        </pc:sldMkLst>
      </pc:sldChg>
    </pc:docChg>
  </pc:docChgLst>
  <pc:docChgLst>
    <pc:chgData name="alvaro herrera" userId="e433adfdcf7e8d4e" providerId="LiveId" clId="{5BF4B3AE-18D2-4049-9E67-6F48B317AF7F}"/>
    <pc:docChg chg="custSel modSld">
      <pc:chgData name="alvaro herrera" userId="e433adfdcf7e8d4e" providerId="LiveId" clId="{5BF4B3AE-18D2-4049-9E67-6F48B317AF7F}" dt="2025-03-10T01:38:30.687" v="65" actId="478"/>
      <pc:docMkLst>
        <pc:docMk/>
      </pc:docMkLst>
      <pc:sldChg chg="modSp mod">
        <pc:chgData name="alvaro herrera" userId="e433adfdcf7e8d4e" providerId="LiveId" clId="{5BF4B3AE-18D2-4049-9E67-6F48B317AF7F}" dt="2025-03-10T01:37:15.657" v="24" actId="20577"/>
        <pc:sldMkLst>
          <pc:docMk/>
          <pc:sldMk cId="3642932644" sldId="261"/>
        </pc:sldMkLst>
        <pc:spChg chg="mod">
          <ac:chgData name="alvaro herrera" userId="e433adfdcf7e8d4e" providerId="LiveId" clId="{5BF4B3AE-18D2-4049-9E67-6F48B317AF7F}" dt="2025-03-10T01:37:15.657" v="24" actId="20577"/>
          <ac:spMkLst>
            <pc:docMk/>
            <pc:sldMk cId="3642932644" sldId="261"/>
            <ac:spMk id="2" creationId="{9570841C-0ACF-DE6F-43AC-3E3396A2923B}"/>
          </ac:spMkLst>
        </pc:spChg>
      </pc:sldChg>
      <pc:sldChg chg="modSp mod">
        <pc:chgData name="alvaro herrera" userId="e433adfdcf7e8d4e" providerId="LiveId" clId="{5BF4B3AE-18D2-4049-9E67-6F48B317AF7F}" dt="2025-03-10T01:37:24.985" v="32" actId="20577"/>
        <pc:sldMkLst>
          <pc:docMk/>
          <pc:sldMk cId="3979444189" sldId="337"/>
        </pc:sldMkLst>
        <pc:spChg chg="mod">
          <ac:chgData name="alvaro herrera" userId="e433adfdcf7e8d4e" providerId="LiveId" clId="{5BF4B3AE-18D2-4049-9E67-6F48B317AF7F}" dt="2025-03-10T01:37:24.985" v="32" actId="20577"/>
          <ac:spMkLst>
            <pc:docMk/>
            <pc:sldMk cId="3979444189" sldId="337"/>
            <ac:spMk id="21" creationId="{325E44F9-8B81-FD43-8DCF-00283585DD6D}"/>
          </ac:spMkLst>
        </pc:spChg>
      </pc:sldChg>
      <pc:sldChg chg="modSp mod">
        <pc:chgData name="alvaro herrera" userId="e433adfdcf7e8d4e" providerId="LiveId" clId="{5BF4B3AE-18D2-4049-9E67-6F48B317AF7F}" dt="2025-03-10T01:37:57.631" v="48" actId="20577"/>
        <pc:sldMkLst>
          <pc:docMk/>
          <pc:sldMk cId="214962392" sldId="339"/>
        </pc:sldMkLst>
        <pc:spChg chg="mod">
          <ac:chgData name="alvaro herrera" userId="e433adfdcf7e8d4e" providerId="LiveId" clId="{5BF4B3AE-18D2-4049-9E67-6F48B317AF7F}" dt="2025-03-10T01:37:57.631" v="48" actId="20577"/>
          <ac:spMkLst>
            <pc:docMk/>
            <pc:sldMk cId="214962392" sldId="339"/>
            <ac:spMk id="2" creationId="{1F11FCC6-3B49-9D46-8B62-80E94C906F0A}"/>
          </ac:spMkLst>
        </pc:spChg>
      </pc:sldChg>
      <pc:sldChg chg="modSp mod">
        <pc:chgData name="alvaro herrera" userId="e433adfdcf7e8d4e" providerId="LiveId" clId="{5BF4B3AE-18D2-4049-9E67-6F48B317AF7F}" dt="2025-03-10T01:38:14.095" v="64" actId="6549"/>
        <pc:sldMkLst>
          <pc:docMk/>
          <pc:sldMk cId="717399983" sldId="340"/>
        </pc:sldMkLst>
        <pc:spChg chg="mod">
          <ac:chgData name="alvaro herrera" userId="e433adfdcf7e8d4e" providerId="LiveId" clId="{5BF4B3AE-18D2-4049-9E67-6F48B317AF7F}" dt="2025-03-10T01:38:14.095" v="64" actId="6549"/>
          <ac:spMkLst>
            <pc:docMk/>
            <pc:sldMk cId="717399983" sldId="340"/>
            <ac:spMk id="5" creationId="{71384F4C-6D2D-72A3-AB44-3D884038C5CA}"/>
          </ac:spMkLst>
        </pc:spChg>
      </pc:sldChg>
      <pc:sldChg chg="modSp mod">
        <pc:chgData name="alvaro herrera" userId="e433adfdcf7e8d4e" providerId="LiveId" clId="{5BF4B3AE-18D2-4049-9E67-6F48B317AF7F}" dt="2025-03-10T01:37:49.460" v="40" actId="20577"/>
        <pc:sldMkLst>
          <pc:docMk/>
          <pc:sldMk cId="3117571071" sldId="344"/>
        </pc:sldMkLst>
        <pc:spChg chg="mod">
          <ac:chgData name="alvaro herrera" userId="e433adfdcf7e8d4e" providerId="LiveId" clId="{5BF4B3AE-18D2-4049-9E67-6F48B317AF7F}" dt="2025-03-10T01:37:49.460" v="40" actId="20577"/>
          <ac:spMkLst>
            <pc:docMk/>
            <pc:sldMk cId="3117571071" sldId="344"/>
            <ac:spMk id="3" creationId="{87A9F761-F66D-564C-A85F-5D24B1E7B998}"/>
          </ac:spMkLst>
        </pc:spChg>
      </pc:sldChg>
      <pc:sldChg chg="delSp mod">
        <pc:chgData name="alvaro herrera" userId="e433adfdcf7e8d4e" providerId="LiveId" clId="{5BF4B3AE-18D2-4049-9E67-6F48B317AF7F}" dt="2025-03-10T01:38:30.687" v="65" actId="478"/>
        <pc:sldMkLst>
          <pc:docMk/>
          <pc:sldMk cId="660929596" sldId="359"/>
        </pc:sldMkLst>
        <pc:spChg chg="del">
          <ac:chgData name="alvaro herrera" userId="e433adfdcf7e8d4e" providerId="LiveId" clId="{5BF4B3AE-18D2-4049-9E67-6F48B317AF7F}" dt="2025-03-10T01:38:30.687" v="65" actId="478"/>
          <ac:spMkLst>
            <pc:docMk/>
            <pc:sldMk cId="660929596" sldId="359"/>
            <ac:spMk id="63" creationId="{35FE6D0C-8349-146C-EA36-34426513AAFE}"/>
          </ac:spMkLst>
        </pc:spChg>
      </pc:sldChg>
    </pc:docChg>
  </pc:docChgLst>
  <pc:docChgLst>
    <pc:chgData name="alvaro herrera" userId="e433adfdcf7e8d4e" providerId="LiveId" clId="{A5F5DAA1-C761-41F7-A3AA-37A9E35DAD41}"/>
    <pc:docChg chg="undo custSel addSld delSld modSld sldOrd">
      <pc:chgData name="alvaro herrera" userId="e433adfdcf7e8d4e" providerId="LiveId" clId="{A5F5DAA1-C761-41F7-A3AA-37A9E35DAD41}" dt="2025-03-10T16:16:04.612" v="1310" actId="20577"/>
      <pc:docMkLst>
        <pc:docMk/>
      </pc:docMkLst>
      <pc:sldChg chg="modSp mod">
        <pc:chgData name="alvaro herrera" userId="e433adfdcf7e8d4e" providerId="LiveId" clId="{A5F5DAA1-C761-41F7-A3AA-37A9E35DAD41}" dt="2025-03-10T01:43:56.287" v="35" actId="20577"/>
        <pc:sldMkLst>
          <pc:docMk/>
          <pc:sldMk cId="3642932644" sldId="261"/>
        </pc:sldMkLst>
        <pc:spChg chg="mod">
          <ac:chgData name="alvaro herrera" userId="e433adfdcf7e8d4e" providerId="LiveId" clId="{A5F5DAA1-C761-41F7-A3AA-37A9E35DAD41}" dt="2025-03-10T01:43:56.287" v="35" actId="20577"/>
          <ac:spMkLst>
            <pc:docMk/>
            <pc:sldMk cId="3642932644" sldId="261"/>
            <ac:spMk id="2" creationId="{9570841C-0ACF-DE6F-43AC-3E3396A2923B}"/>
          </ac:spMkLst>
        </pc:spChg>
      </pc:sldChg>
      <pc:sldChg chg="modSp mod">
        <pc:chgData name="alvaro herrera" userId="e433adfdcf7e8d4e" providerId="LiveId" clId="{A5F5DAA1-C761-41F7-A3AA-37A9E35DAD41}" dt="2025-03-10T02:39:42.712" v="668" actId="20577"/>
        <pc:sldMkLst>
          <pc:docMk/>
          <pc:sldMk cId="3979444189" sldId="337"/>
        </pc:sldMkLst>
        <pc:spChg chg="mod">
          <ac:chgData name="alvaro herrera" userId="e433adfdcf7e8d4e" providerId="LiveId" clId="{A5F5DAA1-C761-41F7-A3AA-37A9E35DAD41}" dt="2025-03-10T02:39:42.712" v="668" actId="20577"/>
          <ac:spMkLst>
            <pc:docMk/>
            <pc:sldMk cId="3979444189" sldId="337"/>
            <ac:spMk id="12" creationId="{BB375BB0-38DE-5947-A049-E37CBB392147}"/>
          </ac:spMkLst>
        </pc:spChg>
      </pc:sldChg>
      <pc:sldChg chg="addSp delSp modSp mod">
        <pc:chgData name="alvaro herrera" userId="e433adfdcf7e8d4e" providerId="LiveId" clId="{A5F5DAA1-C761-41F7-A3AA-37A9E35DAD41}" dt="2025-03-10T16:16:04.612" v="1310" actId="20577"/>
        <pc:sldMkLst>
          <pc:docMk/>
          <pc:sldMk cId="214962392" sldId="339"/>
        </pc:sldMkLst>
        <pc:spChg chg="add mod">
          <ac:chgData name="alvaro herrera" userId="e433adfdcf7e8d4e" providerId="LiveId" clId="{A5F5DAA1-C761-41F7-A3AA-37A9E35DAD41}" dt="2025-03-10T16:15:52.955" v="1289" actId="20577"/>
          <ac:spMkLst>
            <pc:docMk/>
            <pc:sldMk cId="214962392" sldId="339"/>
            <ac:spMk id="3" creationId="{43489040-82F0-1A7E-D719-80EA64EDC5DF}"/>
          </ac:spMkLst>
        </pc:spChg>
        <pc:spChg chg="mod">
          <ac:chgData name="alvaro herrera" userId="e433adfdcf7e8d4e" providerId="LiveId" clId="{A5F5DAA1-C761-41F7-A3AA-37A9E35DAD41}" dt="2025-03-10T16:13:33.821" v="1278" actId="1036"/>
          <ac:spMkLst>
            <pc:docMk/>
            <pc:sldMk cId="214962392" sldId="339"/>
            <ac:spMk id="4" creationId="{49CAB5BC-5A14-4039-B5DE-FC66EF176185}"/>
          </ac:spMkLst>
        </pc:spChg>
        <pc:spChg chg="add mod">
          <ac:chgData name="alvaro herrera" userId="e433adfdcf7e8d4e" providerId="LiveId" clId="{A5F5DAA1-C761-41F7-A3AA-37A9E35DAD41}" dt="2025-03-10T16:10:14.538" v="1239" actId="1035"/>
          <ac:spMkLst>
            <pc:docMk/>
            <pc:sldMk cId="214962392" sldId="339"/>
            <ac:spMk id="5" creationId="{FC87C1DB-0E93-019D-E006-2FB4927189DE}"/>
          </ac:spMkLst>
        </pc:spChg>
        <pc:spChg chg="add del mod">
          <ac:chgData name="alvaro herrera" userId="e433adfdcf7e8d4e" providerId="LiveId" clId="{A5F5DAA1-C761-41F7-A3AA-37A9E35DAD41}" dt="2025-03-10T02:01:23.797" v="242" actId="478"/>
          <ac:spMkLst>
            <pc:docMk/>
            <pc:sldMk cId="214962392" sldId="339"/>
            <ac:spMk id="6" creationId="{3BAD95C8-94A2-5C60-E70E-44218577F2FA}"/>
          </ac:spMkLst>
        </pc:spChg>
        <pc:spChg chg="add mod">
          <ac:chgData name="alvaro herrera" userId="e433adfdcf7e8d4e" providerId="LiveId" clId="{A5F5DAA1-C761-41F7-A3AA-37A9E35DAD41}" dt="2025-03-10T16:13:12.449" v="1273" actId="1037"/>
          <ac:spMkLst>
            <pc:docMk/>
            <pc:sldMk cId="214962392" sldId="339"/>
            <ac:spMk id="6" creationId="{DA36F971-98A7-C25E-B5E1-51AE9F8EB613}"/>
          </ac:spMkLst>
        </pc:spChg>
        <pc:spChg chg="add del mod">
          <ac:chgData name="alvaro herrera" userId="e433adfdcf7e8d4e" providerId="LiveId" clId="{A5F5DAA1-C761-41F7-A3AA-37A9E35DAD41}" dt="2025-03-10T02:01:23.797" v="242" actId="478"/>
          <ac:spMkLst>
            <pc:docMk/>
            <pc:sldMk cId="214962392" sldId="339"/>
            <ac:spMk id="7" creationId="{A773D3C6-2A60-3C58-2B51-B73CF0A89DD6}"/>
          </ac:spMkLst>
        </pc:spChg>
        <pc:spChg chg="add del mod">
          <ac:chgData name="alvaro herrera" userId="e433adfdcf7e8d4e" providerId="LiveId" clId="{A5F5DAA1-C761-41F7-A3AA-37A9E35DAD41}" dt="2025-03-10T02:01:23.797" v="242" actId="478"/>
          <ac:spMkLst>
            <pc:docMk/>
            <pc:sldMk cId="214962392" sldId="339"/>
            <ac:spMk id="8" creationId="{626C2193-F229-BD52-0E64-B75EADCE10FB}"/>
          </ac:spMkLst>
        </pc:spChg>
        <pc:spChg chg="add del mod">
          <ac:chgData name="alvaro herrera" userId="e433adfdcf7e8d4e" providerId="LiveId" clId="{A5F5DAA1-C761-41F7-A3AA-37A9E35DAD41}" dt="2025-03-10T02:01:23.797" v="242" actId="478"/>
          <ac:spMkLst>
            <pc:docMk/>
            <pc:sldMk cId="214962392" sldId="339"/>
            <ac:spMk id="9" creationId="{263C28F2-B5A5-107E-B1A1-12623A42F691}"/>
          </ac:spMkLst>
        </pc:spChg>
        <pc:spChg chg="add mod">
          <ac:chgData name="alvaro herrera" userId="e433adfdcf7e8d4e" providerId="LiveId" clId="{A5F5DAA1-C761-41F7-A3AA-37A9E35DAD41}" dt="2025-03-10T16:15:59.270" v="1299" actId="20577"/>
          <ac:spMkLst>
            <pc:docMk/>
            <pc:sldMk cId="214962392" sldId="339"/>
            <ac:spMk id="10" creationId="{E1E279E1-8230-C574-3311-F69AAE2AE95C}"/>
          </ac:spMkLst>
        </pc:spChg>
        <pc:spChg chg="add mod">
          <ac:chgData name="alvaro herrera" userId="e433adfdcf7e8d4e" providerId="LiveId" clId="{A5F5DAA1-C761-41F7-A3AA-37A9E35DAD41}" dt="2025-03-10T16:10:14.538" v="1239" actId="1035"/>
          <ac:spMkLst>
            <pc:docMk/>
            <pc:sldMk cId="214962392" sldId="339"/>
            <ac:spMk id="11" creationId="{03491497-30D0-5ACA-8566-FFC4574B13E9}"/>
          </ac:spMkLst>
        </pc:spChg>
        <pc:spChg chg="add mod">
          <ac:chgData name="alvaro herrera" userId="e433adfdcf7e8d4e" providerId="LiveId" clId="{A5F5DAA1-C761-41F7-A3AA-37A9E35DAD41}" dt="2025-03-10T16:16:04.612" v="1310" actId="20577"/>
          <ac:spMkLst>
            <pc:docMk/>
            <pc:sldMk cId="214962392" sldId="339"/>
            <ac:spMk id="12" creationId="{BDBEA81A-6218-A2D4-388D-B2E792DC0804}"/>
          </ac:spMkLst>
        </pc:spChg>
        <pc:spChg chg="add mod">
          <ac:chgData name="alvaro herrera" userId="e433adfdcf7e8d4e" providerId="LiveId" clId="{A5F5DAA1-C761-41F7-A3AA-37A9E35DAD41}" dt="2025-03-10T16:10:14.538" v="1239" actId="1035"/>
          <ac:spMkLst>
            <pc:docMk/>
            <pc:sldMk cId="214962392" sldId="339"/>
            <ac:spMk id="13" creationId="{A4292FCC-E78E-B893-148D-137A00E306B6}"/>
          </ac:spMkLst>
        </pc:spChg>
        <pc:spChg chg="add mod">
          <ac:chgData name="alvaro herrera" userId="e433adfdcf7e8d4e" providerId="LiveId" clId="{A5F5DAA1-C761-41F7-A3AA-37A9E35DAD41}" dt="2025-03-10T16:12:09.909" v="1251" actId="20577"/>
          <ac:spMkLst>
            <pc:docMk/>
            <pc:sldMk cId="214962392" sldId="339"/>
            <ac:spMk id="14" creationId="{C7D1FE3E-DB8D-DBAD-5B29-B0B7EC6CEDFE}"/>
          </ac:spMkLst>
        </pc:spChg>
      </pc:sldChg>
      <pc:sldChg chg="modSp mod">
        <pc:chgData name="alvaro herrera" userId="e433adfdcf7e8d4e" providerId="LiveId" clId="{A5F5DAA1-C761-41F7-A3AA-37A9E35DAD41}" dt="2025-03-10T02:37:27.531" v="593" actId="6549"/>
        <pc:sldMkLst>
          <pc:docMk/>
          <pc:sldMk cId="3888574232" sldId="406"/>
        </pc:sldMkLst>
        <pc:spChg chg="mod">
          <ac:chgData name="alvaro herrera" userId="e433adfdcf7e8d4e" providerId="LiveId" clId="{A5F5DAA1-C761-41F7-A3AA-37A9E35DAD41}" dt="2025-03-10T02:37:27.531" v="593" actId="6549"/>
          <ac:spMkLst>
            <pc:docMk/>
            <pc:sldMk cId="3888574232" sldId="406"/>
            <ac:spMk id="71" creationId="{B8BBC416-0B06-941C-340D-23CAAC9576ED}"/>
          </ac:spMkLst>
        </pc:spChg>
      </pc:sldChg>
      <pc:sldChg chg="addSp delSp modSp add mod ord">
        <pc:chgData name="alvaro herrera" userId="e433adfdcf7e8d4e" providerId="LiveId" clId="{A5F5DAA1-C761-41F7-A3AA-37A9E35DAD41}" dt="2025-03-10T02:41:21.805" v="690"/>
        <pc:sldMkLst>
          <pc:docMk/>
          <pc:sldMk cId="3656665430" sldId="416"/>
        </pc:sldMkLst>
        <pc:spChg chg="mod">
          <ac:chgData name="alvaro herrera" userId="e433adfdcf7e8d4e" providerId="LiveId" clId="{A5F5DAA1-C761-41F7-A3AA-37A9E35DAD41}" dt="2025-03-10T02:20:55.073" v="473" actId="20577"/>
          <ac:spMkLst>
            <pc:docMk/>
            <pc:sldMk cId="3656665430" sldId="416"/>
            <ac:spMk id="2" creationId="{24B0227D-5220-F643-E30D-AE0AE2394D80}"/>
          </ac:spMkLst>
        </pc:spChg>
        <pc:spChg chg="del">
          <ac:chgData name="alvaro herrera" userId="e433adfdcf7e8d4e" providerId="LiveId" clId="{A5F5DAA1-C761-41F7-A3AA-37A9E35DAD41}" dt="2025-03-10T02:15:30.462" v="355" actId="478"/>
          <ac:spMkLst>
            <pc:docMk/>
            <pc:sldMk cId="3656665430" sldId="416"/>
            <ac:spMk id="3" creationId="{BF9DDA06-B972-29D5-2867-583DB6B454D2}"/>
          </ac:spMkLst>
        </pc:spChg>
        <pc:spChg chg="del">
          <ac:chgData name="alvaro herrera" userId="e433adfdcf7e8d4e" providerId="LiveId" clId="{A5F5DAA1-C761-41F7-A3AA-37A9E35DAD41}" dt="2025-03-10T02:15:26.344" v="354" actId="478"/>
          <ac:spMkLst>
            <pc:docMk/>
            <pc:sldMk cId="3656665430" sldId="416"/>
            <ac:spMk id="4" creationId="{693B04A5-5D64-2522-04D5-DA44EE707387}"/>
          </ac:spMkLst>
        </pc:spChg>
        <pc:spChg chg="del">
          <ac:chgData name="alvaro herrera" userId="e433adfdcf7e8d4e" providerId="LiveId" clId="{A5F5DAA1-C761-41F7-A3AA-37A9E35DAD41}" dt="2025-03-10T02:15:30.462" v="355" actId="478"/>
          <ac:spMkLst>
            <pc:docMk/>
            <pc:sldMk cId="3656665430" sldId="416"/>
            <ac:spMk id="5" creationId="{8B96C584-42E6-F426-F510-6E8B14D1C399}"/>
          </ac:spMkLst>
        </pc:spChg>
        <pc:spChg chg="add">
          <ac:chgData name="alvaro herrera" userId="e433adfdcf7e8d4e" providerId="LiveId" clId="{A5F5DAA1-C761-41F7-A3AA-37A9E35DAD41}" dt="2025-03-10T02:18:43.675" v="417"/>
          <ac:spMkLst>
            <pc:docMk/>
            <pc:sldMk cId="3656665430" sldId="416"/>
            <ac:spMk id="7" creationId="{FA41F088-FEF6-D512-F64C-EE7BFCCE36AA}"/>
          </ac:spMkLst>
        </pc:spChg>
        <pc:spChg chg="del">
          <ac:chgData name="alvaro herrera" userId="e433adfdcf7e8d4e" providerId="LiveId" clId="{A5F5DAA1-C761-41F7-A3AA-37A9E35DAD41}" dt="2025-03-10T02:15:30.462" v="355" actId="478"/>
          <ac:spMkLst>
            <pc:docMk/>
            <pc:sldMk cId="3656665430" sldId="416"/>
            <ac:spMk id="10" creationId="{23BB366D-D464-0641-5291-5874527298F4}"/>
          </ac:spMkLst>
        </pc:spChg>
        <pc:spChg chg="del">
          <ac:chgData name="alvaro herrera" userId="e433adfdcf7e8d4e" providerId="LiveId" clId="{A5F5DAA1-C761-41F7-A3AA-37A9E35DAD41}" dt="2025-03-10T02:15:30.462" v="355" actId="478"/>
          <ac:spMkLst>
            <pc:docMk/>
            <pc:sldMk cId="3656665430" sldId="416"/>
            <ac:spMk id="11" creationId="{E58B0CC2-66C8-FD6B-C801-A6F0D66B0F11}"/>
          </ac:spMkLst>
        </pc:spChg>
        <pc:spChg chg="del">
          <ac:chgData name="alvaro herrera" userId="e433adfdcf7e8d4e" providerId="LiveId" clId="{A5F5DAA1-C761-41F7-A3AA-37A9E35DAD41}" dt="2025-03-10T02:15:30.462" v="355" actId="478"/>
          <ac:spMkLst>
            <pc:docMk/>
            <pc:sldMk cId="3656665430" sldId="416"/>
            <ac:spMk id="12" creationId="{93E2E3F6-D516-AEAE-F380-4932FD47F91F}"/>
          </ac:spMkLst>
        </pc:spChg>
        <pc:spChg chg="del">
          <ac:chgData name="alvaro herrera" userId="e433adfdcf7e8d4e" providerId="LiveId" clId="{A5F5DAA1-C761-41F7-A3AA-37A9E35DAD41}" dt="2025-03-10T02:15:30.462" v="355" actId="478"/>
          <ac:spMkLst>
            <pc:docMk/>
            <pc:sldMk cId="3656665430" sldId="416"/>
            <ac:spMk id="13" creationId="{793D3063-6777-831C-46DC-02E30EB48566}"/>
          </ac:spMkLst>
        </pc:spChg>
        <pc:spChg chg="del">
          <ac:chgData name="alvaro herrera" userId="e433adfdcf7e8d4e" providerId="LiveId" clId="{A5F5DAA1-C761-41F7-A3AA-37A9E35DAD41}" dt="2025-03-10T02:15:30.462" v="355" actId="478"/>
          <ac:spMkLst>
            <pc:docMk/>
            <pc:sldMk cId="3656665430" sldId="416"/>
            <ac:spMk id="14" creationId="{E30FF31D-F411-C25A-DCA1-1BF06955F3B3}"/>
          </ac:spMkLst>
        </pc:spChg>
        <pc:spChg chg="add mod">
          <ac:chgData name="alvaro herrera" userId="e433adfdcf7e8d4e" providerId="LiveId" clId="{A5F5DAA1-C761-41F7-A3AA-37A9E35DAD41}" dt="2025-03-10T02:30:38.286" v="543" actId="403"/>
          <ac:spMkLst>
            <pc:docMk/>
            <pc:sldMk cId="3656665430" sldId="416"/>
            <ac:spMk id="19" creationId="{D0FB138C-1391-3E1C-69DA-AE3AF135D6EB}"/>
          </ac:spMkLst>
        </pc:spChg>
        <pc:spChg chg="add mod">
          <ac:chgData name="alvaro herrera" userId="e433adfdcf7e8d4e" providerId="LiveId" clId="{A5F5DAA1-C761-41F7-A3AA-37A9E35DAD41}" dt="2025-03-10T02:30:32.730" v="541" actId="403"/>
          <ac:spMkLst>
            <pc:docMk/>
            <pc:sldMk cId="3656665430" sldId="416"/>
            <ac:spMk id="21" creationId="{C8E303E4-A2C8-6011-DB64-FE4803D449B6}"/>
          </ac:spMkLst>
        </pc:spChg>
        <pc:spChg chg="add mod">
          <ac:chgData name="alvaro herrera" userId="e433adfdcf7e8d4e" providerId="LiveId" clId="{A5F5DAA1-C761-41F7-A3AA-37A9E35DAD41}" dt="2025-03-10T02:30:27.753" v="538" actId="14100"/>
          <ac:spMkLst>
            <pc:docMk/>
            <pc:sldMk cId="3656665430" sldId="416"/>
            <ac:spMk id="23" creationId="{07F94AAF-D3FE-C2CC-B770-E83F377D3162}"/>
          </ac:spMkLst>
        </pc:spChg>
        <pc:spChg chg="add mod">
          <ac:chgData name="alvaro herrera" userId="e433adfdcf7e8d4e" providerId="LiveId" clId="{A5F5DAA1-C761-41F7-A3AA-37A9E35DAD41}" dt="2025-03-10T02:30:16.669" v="534" actId="403"/>
          <ac:spMkLst>
            <pc:docMk/>
            <pc:sldMk cId="3656665430" sldId="416"/>
            <ac:spMk id="25" creationId="{0F7E3BF4-E5CA-A98D-A4D7-59A879B42A3E}"/>
          </ac:spMkLst>
        </pc:spChg>
        <pc:picChg chg="add del mod">
          <ac:chgData name="alvaro herrera" userId="e433adfdcf7e8d4e" providerId="LiveId" clId="{A5F5DAA1-C761-41F7-A3AA-37A9E35DAD41}" dt="2025-03-10T02:18:16.054" v="416" actId="478"/>
          <ac:picMkLst>
            <pc:docMk/>
            <pc:sldMk cId="3656665430" sldId="416"/>
            <ac:picMk id="6" creationId="{86E2DBAE-D61B-8CE2-9C62-310653AB0A24}"/>
          </ac:picMkLst>
        </pc:picChg>
        <pc:picChg chg="add del">
          <ac:chgData name="alvaro herrera" userId="e433adfdcf7e8d4e" providerId="LiveId" clId="{A5F5DAA1-C761-41F7-A3AA-37A9E35DAD41}" dt="2025-03-10T02:19:55.485" v="419" actId="478"/>
          <ac:picMkLst>
            <pc:docMk/>
            <pc:sldMk cId="3656665430" sldId="416"/>
            <ac:picMk id="8" creationId="{BE449242-66FD-D3D3-498C-5119374BE998}"/>
          </ac:picMkLst>
        </pc:picChg>
        <pc:picChg chg="add del mod">
          <ac:chgData name="alvaro herrera" userId="e433adfdcf7e8d4e" providerId="LiveId" clId="{A5F5DAA1-C761-41F7-A3AA-37A9E35DAD41}" dt="2025-03-10T02:21:20.530" v="474" actId="478"/>
          <ac:picMkLst>
            <pc:docMk/>
            <pc:sldMk cId="3656665430" sldId="416"/>
            <ac:picMk id="15" creationId="{74909687-4B65-8146-38A8-9309D0C29D5B}"/>
          </ac:picMkLst>
        </pc:picChg>
        <pc:picChg chg="add mod">
          <ac:chgData name="alvaro herrera" userId="e433adfdcf7e8d4e" providerId="LiveId" clId="{A5F5DAA1-C761-41F7-A3AA-37A9E35DAD41}" dt="2025-03-10T02:21:46.349" v="482" actId="14100"/>
          <ac:picMkLst>
            <pc:docMk/>
            <pc:sldMk cId="3656665430" sldId="416"/>
            <ac:picMk id="17" creationId="{51759D37-2246-12D0-D424-AD56CB0031CA}"/>
          </ac:picMkLst>
        </pc:picChg>
      </pc:sldChg>
      <pc:sldChg chg="add del">
        <pc:chgData name="alvaro herrera" userId="e433adfdcf7e8d4e" providerId="LiveId" clId="{A5F5DAA1-C761-41F7-A3AA-37A9E35DAD41}" dt="2025-03-10T02:15:34.122" v="357"/>
        <pc:sldMkLst>
          <pc:docMk/>
          <pc:sldMk cId="326348038" sldId="417"/>
        </pc:sldMkLst>
      </pc:sldChg>
      <pc:sldChg chg="addSp delSp modSp add mod">
        <pc:chgData name="alvaro herrera" userId="e433adfdcf7e8d4e" providerId="LiveId" clId="{A5F5DAA1-C761-41F7-A3AA-37A9E35DAD41}" dt="2025-03-10T02:44:38.148" v="696" actId="14100"/>
        <pc:sldMkLst>
          <pc:docMk/>
          <pc:sldMk cId="3119748775" sldId="417"/>
        </pc:sldMkLst>
        <pc:spChg chg="del">
          <ac:chgData name="alvaro herrera" userId="e433adfdcf7e8d4e" providerId="LiveId" clId="{A5F5DAA1-C761-41F7-A3AA-37A9E35DAD41}" dt="2025-03-10T02:44:21.479" v="693" actId="478"/>
          <ac:spMkLst>
            <pc:docMk/>
            <pc:sldMk cId="3119748775" sldId="417"/>
            <ac:spMk id="19" creationId="{F1C7F24F-F592-9DCC-3949-58F502D26694}"/>
          </ac:spMkLst>
        </pc:spChg>
        <pc:spChg chg="del">
          <ac:chgData name="alvaro herrera" userId="e433adfdcf7e8d4e" providerId="LiveId" clId="{A5F5DAA1-C761-41F7-A3AA-37A9E35DAD41}" dt="2025-03-10T02:44:21.479" v="693" actId="478"/>
          <ac:spMkLst>
            <pc:docMk/>
            <pc:sldMk cId="3119748775" sldId="417"/>
            <ac:spMk id="21" creationId="{2D68F016-DE3A-9BFF-1085-B1FC2DF7B74B}"/>
          </ac:spMkLst>
        </pc:spChg>
        <pc:spChg chg="del">
          <ac:chgData name="alvaro herrera" userId="e433adfdcf7e8d4e" providerId="LiveId" clId="{A5F5DAA1-C761-41F7-A3AA-37A9E35DAD41}" dt="2025-03-10T02:44:21.479" v="693" actId="478"/>
          <ac:spMkLst>
            <pc:docMk/>
            <pc:sldMk cId="3119748775" sldId="417"/>
            <ac:spMk id="23" creationId="{56B45E42-A3FF-41C3-3467-9B8EFCB291F0}"/>
          </ac:spMkLst>
        </pc:spChg>
        <pc:spChg chg="del">
          <ac:chgData name="alvaro herrera" userId="e433adfdcf7e8d4e" providerId="LiveId" clId="{A5F5DAA1-C761-41F7-A3AA-37A9E35DAD41}" dt="2025-03-10T02:44:21.479" v="693" actId="478"/>
          <ac:spMkLst>
            <pc:docMk/>
            <pc:sldMk cId="3119748775" sldId="417"/>
            <ac:spMk id="25" creationId="{F77E9648-02B5-9D80-202D-AFF87C6C70FF}"/>
          </ac:spMkLst>
        </pc:spChg>
        <pc:picChg chg="del">
          <ac:chgData name="alvaro herrera" userId="e433adfdcf7e8d4e" providerId="LiveId" clId="{A5F5DAA1-C761-41F7-A3AA-37A9E35DAD41}" dt="2025-03-10T02:44:17.655" v="692" actId="478"/>
          <ac:picMkLst>
            <pc:docMk/>
            <pc:sldMk cId="3119748775" sldId="417"/>
            <ac:picMk id="17" creationId="{B85F2D2F-B101-449C-CA8D-01CD91E2CDDF}"/>
          </ac:picMkLst>
        </pc:picChg>
        <pc:picChg chg="add mod">
          <ac:chgData name="alvaro herrera" userId="e433adfdcf7e8d4e" providerId="LiveId" clId="{A5F5DAA1-C761-41F7-A3AA-37A9E35DAD41}" dt="2025-03-10T02:44:38.148" v="696" actId="14100"/>
          <ac:picMkLst>
            <pc:docMk/>
            <pc:sldMk cId="3119748775" sldId="417"/>
            <ac:picMk id="2050" creationId="{765BDFD4-A050-7116-3401-E2D3F18C9607}"/>
          </ac:picMkLst>
        </pc:picChg>
      </pc:sldChg>
      <pc:sldChg chg="addSp delSp modSp add mod">
        <pc:chgData name="alvaro herrera" userId="e433adfdcf7e8d4e" providerId="LiveId" clId="{A5F5DAA1-C761-41F7-A3AA-37A9E35DAD41}" dt="2025-03-10T02:53:59.267" v="747" actId="20577"/>
        <pc:sldMkLst>
          <pc:docMk/>
          <pc:sldMk cId="2903986870" sldId="418"/>
        </pc:sldMkLst>
        <pc:spChg chg="mod">
          <ac:chgData name="alvaro herrera" userId="e433adfdcf7e8d4e" providerId="LiveId" clId="{A5F5DAA1-C761-41F7-A3AA-37A9E35DAD41}" dt="2025-03-10T02:53:59.267" v="747" actId="20577"/>
          <ac:spMkLst>
            <pc:docMk/>
            <pc:sldMk cId="2903986870" sldId="418"/>
            <ac:spMk id="2" creationId="{459DAAE6-BF86-6C2C-0DCD-BF88701C035D}"/>
          </ac:spMkLst>
        </pc:spChg>
        <pc:picChg chg="del">
          <ac:chgData name="alvaro herrera" userId="e433adfdcf7e8d4e" providerId="LiveId" clId="{A5F5DAA1-C761-41F7-A3AA-37A9E35DAD41}" dt="2025-03-10T02:49:19.784" v="698" actId="478"/>
          <ac:picMkLst>
            <pc:docMk/>
            <pc:sldMk cId="2903986870" sldId="418"/>
            <ac:picMk id="2050" creationId="{436D4744-74E5-D1CB-1B14-6989ECB79AFD}"/>
          </ac:picMkLst>
        </pc:picChg>
        <pc:picChg chg="add del mod">
          <ac:chgData name="alvaro herrera" userId="e433adfdcf7e8d4e" providerId="LiveId" clId="{A5F5DAA1-C761-41F7-A3AA-37A9E35DAD41}" dt="2025-03-10T02:52:00.330" v="705" actId="478"/>
          <ac:picMkLst>
            <pc:docMk/>
            <pc:sldMk cId="2903986870" sldId="418"/>
            <ac:picMk id="3074" creationId="{84AF82E5-FF0A-EEA8-A068-C57BCFD8FADC}"/>
          </ac:picMkLst>
        </pc:picChg>
        <pc:picChg chg="add del">
          <ac:chgData name="alvaro herrera" userId="e433adfdcf7e8d4e" providerId="LiveId" clId="{A5F5DAA1-C761-41F7-A3AA-37A9E35DAD41}" dt="2025-03-10T02:52:00.330" v="705" actId="478"/>
          <ac:picMkLst>
            <pc:docMk/>
            <pc:sldMk cId="2903986870" sldId="418"/>
            <ac:picMk id="3076" creationId="{2149001F-708B-DB0C-98DB-298800FE46E2}"/>
          </ac:picMkLst>
        </pc:picChg>
        <pc:picChg chg="add del mod">
          <ac:chgData name="alvaro herrera" userId="e433adfdcf7e8d4e" providerId="LiveId" clId="{A5F5DAA1-C761-41F7-A3AA-37A9E35DAD41}" dt="2025-03-10T02:52:30.335" v="709" actId="478"/>
          <ac:picMkLst>
            <pc:docMk/>
            <pc:sldMk cId="2903986870" sldId="418"/>
            <ac:picMk id="3078" creationId="{3D7B4E3D-F932-EAFF-68BD-C9F7C86CE723}"/>
          </ac:picMkLst>
        </pc:picChg>
        <pc:picChg chg="add mod">
          <ac:chgData name="alvaro herrera" userId="e433adfdcf7e8d4e" providerId="LiveId" clId="{A5F5DAA1-C761-41F7-A3AA-37A9E35DAD41}" dt="2025-03-10T02:53:29.999" v="713" actId="14100"/>
          <ac:picMkLst>
            <pc:docMk/>
            <pc:sldMk cId="2903986870" sldId="418"/>
            <ac:picMk id="3080" creationId="{1A213A91-F262-7E83-C144-D1609AB812BF}"/>
          </ac:picMkLst>
        </pc:picChg>
      </pc:sldChg>
      <pc:sldChg chg="addSp delSp modSp add">
        <pc:chgData name="alvaro herrera" userId="e433adfdcf7e8d4e" providerId="LiveId" clId="{A5F5DAA1-C761-41F7-A3AA-37A9E35DAD41}" dt="2025-03-10T03:01:34.574" v="757" actId="1076"/>
        <pc:sldMkLst>
          <pc:docMk/>
          <pc:sldMk cId="1091014937" sldId="419"/>
        </pc:sldMkLst>
        <pc:picChg chg="del">
          <ac:chgData name="alvaro herrera" userId="e433adfdcf7e8d4e" providerId="LiveId" clId="{A5F5DAA1-C761-41F7-A3AA-37A9E35DAD41}" dt="2025-03-10T02:59:52.367" v="749" actId="478"/>
          <ac:picMkLst>
            <pc:docMk/>
            <pc:sldMk cId="1091014937" sldId="419"/>
            <ac:picMk id="3080" creationId="{810D46B5-BD6B-7D2F-9422-8DFE1F86E7AD}"/>
          </ac:picMkLst>
        </pc:picChg>
        <pc:picChg chg="add del mod">
          <ac:chgData name="alvaro herrera" userId="e433adfdcf7e8d4e" providerId="LiveId" clId="{A5F5DAA1-C761-41F7-A3AA-37A9E35DAD41}" dt="2025-03-10T03:01:25.555" v="754" actId="478"/>
          <ac:picMkLst>
            <pc:docMk/>
            <pc:sldMk cId="1091014937" sldId="419"/>
            <ac:picMk id="4098" creationId="{1DACFB98-797C-8746-07A6-753075F4D287}"/>
          </ac:picMkLst>
        </pc:picChg>
        <pc:picChg chg="add mod">
          <ac:chgData name="alvaro herrera" userId="e433adfdcf7e8d4e" providerId="LiveId" clId="{A5F5DAA1-C761-41F7-A3AA-37A9E35DAD41}" dt="2025-03-10T03:01:34.574" v="757" actId="1076"/>
          <ac:picMkLst>
            <pc:docMk/>
            <pc:sldMk cId="1091014937" sldId="419"/>
            <ac:picMk id="4100" creationId="{97951A39-419D-E526-234B-A8FA86787F0B}"/>
          </ac:picMkLst>
        </pc:picChg>
      </pc:sldChg>
      <pc:sldChg chg="addSp delSp modSp add mod">
        <pc:chgData name="alvaro herrera" userId="e433adfdcf7e8d4e" providerId="LiveId" clId="{A5F5DAA1-C761-41F7-A3AA-37A9E35DAD41}" dt="2025-03-10T15:58:38.327" v="1027" actId="1076"/>
        <pc:sldMkLst>
          <pc:docMk/>
          <pc:sldMk cId="975002621" sldId="420"/>
        </pc:sldMkLst>
        <pc:spChg chg="mod">
          <ac:chgData name="alvaro herrera" userId="e433adfdcf7e8d4e" providerId="LiveId" clId="{A5F5DAA1-C761-41F7-A3AA-37A9E35DAD41}" dt="2025-03-10T15:49:48.966" v="914" actId="20577"/>
          <ac:spMkLst>
            <pc:docMk/>
            <pc:sldMk cId="975002621" sldId="420"/>
            <ac:spMk id="2" creationId="{AA43B8A7-9FD5-22BD-07C7-B3729D0EBD56}"/>
          </ac:spMkLst>
        </pc:spChg>
        <pc:spChg chg="del">
          <ac:chgData name="alvaro herrera" userId="e433adfdcf7e8d4e" providerId="LiveId" clId="{A5F5DAA1-C761-41F7-A3AA-37A9E35DAD41}" dt="2025-03-10T15:42:15" v="760" actId="478"/>
          <ac:spMkLst>
            <pc:docMk/>
            <pc:sldMk cId="975002621" sldId="420"/>
            <ac:spMk id="3" creationId="{95110581-0BF7-8010-09EA-357783CB9018}"/>
          </ac:spMkLst>
        </pc:spChg>
        <pc:spChg chg="del">
          <ac:chgData name="alvaro herrera" userId="e433adfdcf7e8d4e" providerId="LiveId" clId="{A5F5DAA1-C761-41F7-A3AA-37A9E35DAD41}" dt="2025-03-10T15:42:11.276" v="759" actId="478"/>
          <ac:spMkLst>
            <pc:docMk/>
            <pc:sldMk cId="975002621" sldId="420"/>
            <ac:spMk id="4" creationId="{672BE0E9-FF3F-A354-BB54-0600C4A92661}"/>
          </ac:spMkLst>
        </pc:spChg>
        <pc:spChg chg="del">
          <ac:chgData name="alvaro herrera" userId="e433adfdcf7e8d4e" providerId="LiveId" clId="{A5F5DAA1-C761-41F7-A3AA-37A9E35DAD41}" dt="2025-03-10T15:42:15" v="760" actId="478"/>
          <ac:spMkLst>
            <pc:docMk/>
            <pc:sldMk cId="975002621" sldId="420"/>
            <ac:spMk id="5" creationId="{B2A80408-23A0-4607-CF0E-2578D57010B9}"/>
          </ac:spMkLst>
        </pc:spChg>
        <pc:spChg chg="add mod">
          <ac:chgData name="alvaro herrera" userId="e433adfdcf7e8d4e" providerId="LiveId" clId="{A5F5DAA1-C761-41F7-A3AA-37A9E35DAD41}" dt="2025-03-10T15:58:38.327" v="1027" actId="1076"/>
          <ac:spMkLst>
            <pc:docMk/>
            <pc:sldMk cId="975002621" sldId="420"/>
            <ac:spMk id="6" creationId="{CDA06B95-9A3E-573C-6F43-5F3A5E958FAD}"/>
          </ac:spMkLst>
        </pc:spChg>
        <pc:spChg chg="add mod">
          <ac:chgData name="alvaro herrera" userId="e433adfdcf7e8d4e" providerId="LiveId" clId="{A5F5DAA1-C761-41F7-A3AA-37A9E35DAD41}" dt="2025-03-10T15:57:34.357" v="1009" actId="208"/>
          <ac:spMkLst>
            <pc:docMk/>
            <pc:sldMk cId="975002621" sldId="420"/>
            <ac:spMk id="7" creationId="{8A37D94C-8893-8DB5-42CA-72EAF5576AA1}"/>
          </ac:spMkLst>
        </pc:spChg>
        <pc:spChg chg="add mod">
          <ac:chgData name="alvaro herrera" userId="e433adfdcf7e8d4e" providerId="LiveId" clId="{A5F5DAA1-C761-41F7-A3AA-37A9E35DAD41}" dt="2025-03-10T15:58:14.347" v="1025" actId="113"/>
          <ac:spMkLst>
            <pc:docMk/>
            <pc:sldMk cId="975002621" sldId="420"/>
            <ac:spMk id="8" creationId="{C35FAED9-6341-93D7-3FCB-BA70C648F190}"/>
          </ac:spMkLst>
        </pc:spChg>
        <pc:spChg chg="add mod">
          <ac:chgData name="alvaro herrera" userId="e433adfdcf7e8d4e" providerId="LiveId" clId="{A5F5DAA1-C761-41F7-A3AA-37A9E35DAD41}" dt="2025-03-10T15:58:03.079" v="1014" actId="1037"/>
          <ac:spMkLst>
            <pc:docMk/>
            <pc:sldMk cId="975002621" sldId="420"/>
            <ac:spMk id="9" creationId="{82CCE80A-037E-D663-6BAE-5AF8B10EF625}"/>
          </ac:spMkLst>
        </pc:spChg>
        <pc:spChg chg="del">
          <ac:chgData name="alvaro herrera" userId="e433adfdcf7e8d4e" providerId="LiveId" clId="{A5F5DAA1-C761-41F7-A3AA-37A9E35DAD41}" dt="2025-03-10T15:42:15" v="760" actId="478"/>
          <ac:spMkLst>
            <pc:docMk/>
            <pc:sldMk cId="975002621" sldId="420"/>
            <ac:spMk id="10" creationId="{0B659C74-4CFA-CED0-EFF2-29779E501FA4}"/>
          </ac:spMkLst>
        </pc:spChg>
        <pc:spChg chg="del">
          <ac:chgData name="alvaro herrera" userId="e433adfdcf7e8d4e" providerId="LiveId" clId="{A5F5DAA1-C761-41F7-A3AA-37A9E35DAD41}" dt="2025-03-10T15:42:15" v="760" actId="478"/>
          <ac:spMkLst>
            <pc:docMk/>
            <pc:sldMk cId="975002621" sldId="420"/>
            <ac:spMk id="11" creationId="{0108F072-85B3-7DC8-C1F6-D287B95D3E64}"/>
          </ac:spMkLst>
        </pc:spChg>
        <pc:spChg chg="del">
          <ac:chgData name="alvaro herrera" userId="e433adfdcf7e8d4e" providerId="LiveId" clId="{A5F5DAA1-C761-41F7-A3AA-37A9E35DAD41}" dt="2025-03-10T15:42:15" v="760" actId="478"/>
          <ac:spMkLst>
            <pc:docMk/>
            <pc:sldMk cId="975002621" sldId="420"/>
            <ac:spMk id="12" creationId="{63CEDE63-4415-8543-341C-F5C894E8038B}"/>
          </ac:spMkLst>
        </pc:spChg>
        <pc:spChg chg="del">
          <ac:chgData name="alvaro herrera" userId="e433adfdcf7e8d4e" providerId="LiveId" clId="{A5F5DAA1-C761-41F7-A3AA-37A9E35DAD41}" dt="2025-03-10T15:42:15" v="760" actId="478"/>
          <ac:spMkLst>
            <pc:docMk/>
            <pc:sldMk cId="975002621" sldId="420"/>
            <ac:spMk id="13" creationId="{3FC64E13-1066-F005-36E6-1EC4799A09CD}"/>
          </ac:spMkLst>
        </pc:spChg>
        <pc:spChg chg="del">
          <ac:chgData name="alvaro herrera" userId="e433adfdcf7e8d4e" providerId="LiveId" clId="{A5F5DAA1-C761-41F7-A3AA-37A9E35DAD41}" dt="2025-03-10T15:42:15" v="760" actId="478"/>
          <ac:spMkLst>
            <pc:docMk/>
            <pc:sldMk cId="975002621" sldId="420"/>
            <ac:spMk id="14" creationId="{5D435AAA-3BAD-E322-09CA-6325981D7B86}"/>
          </ac:spMkLst>
        </pc:spChg>
        <pc:picChg chg="add mod">
          <ac:chgData name="alvaro herrera" userId="e433adfdcf7e8d4e" providerId="LiveId" clId="{A5F5DAA1-C761-41F7-A3AA-37A9E35DAD41}" dt="2025-03-10T15:54:34.923" v="982" actId="1076"/>
          <ac:picMkLst>
            <pc:docMk/>
            <pc:sldMk cId="975002621" sldId="420"/>
            <ac:picMk id="15" creationId="{96DE4667-2AC2-8FDC-CFB6-F0ADF3711411}"/>
          </ac:picMkLst>
        </pc:picChg>
        <pc:picChg chg="add mod">
          <ac:chgData name="alvaro herrera" userId="e433adfdcf7e8d4e" providerId="LiveId" clId="{A5F5DAA1-C761-41F7-A3AA-37A9E35DAD41}" dt="2025-03-10T15:55:12.202" v="1001" actId="1076"/>
          <ac:picMkLst>
            <pc:docMk/>
            <pc:sldMk cId="975002621" sldId="420"/>
            <ac:picMk id="16" creationId="{938E925F-2E66-F4B2-EF28-11EB194D7C6D}"/>
          </ac:picMkLst>
        </pc:picChg>
      </pc:sldChg>
      <pc:sldChg chg="addSp delSp modSp add mod">
        <pc:chgData name="alvaro herrera" userId="e433adfdcf7e8d4e" providerId="LiveId" clId="{A5F5DAA1-C761-41F7-A3AA-37A9E35DAD41}" dt="2025-03-10T15:59:53.094" v="1075" actId="20577"/>
        <pc:sldMkLst>
          <pc:docMk/>
          <pc:sldMk cId="1290328248" sldId="421"/>
        </pc:sldMkLst>
        <pc:spChg chg="mod">
          <ac:chgData name="alvaro herrera" userId="e433adfdcf7e8d4e" providerId="LiveId" clId="{A5F5DAA1-C761-41F7-A3AA-37A9E35DAD41}" dt="2025-03-10T15:59:53.094" v="1075" actId="20577"/>
          <ac:spMkLst>
            <pc:docMk/>
            <pc:sldMk cId="1290328248" sldId="421"/>
            <ac:spMk id="2" creationId="{A0894FDA-7AA7-6141-7BD6-F075D9EE0866}"/>
          </ac:spMkLst>
        </pc:spChg>
        <pc:spChg chg="mod">
          <ac:chgData name="alvaro herrera" userId="e433adfdcf7e8d4e" providerId="LiveId" clId="{A5F5DAA1-C761-41F7-A3AA-37A9E35DAD41}" dt="2025-03-10T15:59:40.293" v="1059" actId="113"/>
          <ac:spMkLst>
            <pc:docMk/>
            <pc:sldMk cId="1290328248" sldId="421"/>
            <ac:spMk id="6" creationId="{5967ACC0-617B-EC6B-FAAA-A12F1197CBBB}"/>
          </ac:spMkLst>
        </pc:spChg>
        <pc:spChg chg="del">
          <ac:chgData name="alvaro herrera" userId="e433adfdcf7e8d4e" providerId="LiveId" clId="{A5F5DAA1-C761-41F7-A3AA-37A9E35DAD41}" dt="2025-03-10T15:51:52.653" v="951" actId="478"/>
          <ac:spMkLst>
            <pc:docMk/>
            <pc:sldMk cId="1290328248" sldId="421"/>
            <ac:spMk id="7" creationId="{880C31AD-9430-B1F2-1A3A-1C3A78478CBE}"/>
          </ac:spMkLst>
        </pc:spChg>
        <pc:spChg chg="mod">
          <ac:chgData name="alvaro herrera" userId="e433adfdcf7e8d4e" providerId="LiveId" clId="{A5F5DAA1-C761-41F7-A3AA-37A9E35DAD41}" dt="2025-03-10T15:59:36.946" v="1058" actId="113"/>
          <ac:spMkLst>
            <pc:docMk/>
            <pc:sldMk cId="1290328248" sldId="421"/>
            <ac:spMk id="8" creationId="{C416B1A2-3EFA-E662-89C2-F515E998C28B}"/>
          </ac:spMkLst>
        </pc:spChg>
        <pc:spChg chg="del">
          <ac:chgData name="alvaro herrera" userId="e433adfdcf7e8d4e" providerId="LiveId" clId="{A5F5DAA1-C761-41F7-A3AA-37A9E35DAD41}" dt="2025-03-10T15:51:17.562" v="917" actId="478"/>
          <ac:spMkLst>
            <pc:docMk/>
            <pc:sldMk cId="1290328248" sldId="421"/>
            <ac:spMk id="9" creationId="{ABAD1CCC-D104-6F14-315B-9C031942F330}"/>
          </ac:spMkLst>
        </pc:spChg>
        <pc:picChg chg="add mod">
          <ac:chgData name="alvaro herrera" userId="e433adfdcf7e8d4e" providerId="LiveId" clId="{A5F5DAA1-C761-41F7-A3AA-37A9E35DAD41}" dt="2025-03-10T15:59:31.011" v="1042" actId="1037"/>
          <ac:picMkLst>
            <pc:docMk/>
            <pc:sldMk cId="1290328248" sldId="421"/>
            <ac:picMk id="1026" creationId="{9ADE2C34-F03E-C6F6-1528-3255ABC79960}"/>
          </ac:picMkLst>
        </pc:picChg>
        <pc:picChg chg="add del mod">
          <ac:chgData name="alvaro herrera" userId="e433adfdcf7e8d4e" providerId="LiveId" clId="{A5F5DAA1-C761-41F7-A3AA-37A9E35DAD41}" dt="2025-03-10T15:53:38.229" v="973" actId="478"/>
          <ac:picMkLst>
            <pc:docMk/>
            <pc:sldMk cId="1290328248" sldId="421"/>
            <ac:picMk id="1028" creationId="{C861933A-358F-8E4D-6D70-E66566A928CC}"/>
          </ac:picMkLst>
        </pc:picChg>
        <pc:picChg chg="add mod">
          <ac:chgData name="alvaro herrera" userId="e433adfdcf7e8d4e" providerId="LiveId" clId="{A5F5DAA1-C761-41F7-A3AA-37A9E35DAD41}" dt="2025-03-10T15:53:48.503" v="976" actId="1076"/>
          <ac:picMkLst>
            <pc:docMk/>
            <pc:sldMk cId="1290328248" sldId="421"/>
            <ac:picMk id="1030" creationId="{4E14F677-FBB9-28AD-4A47-04E2D0D7599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35674-3C19-9844-8370-EE59E1CD260A}" type="datetimeFigureOut">
              <a:rPr lang="es-CL" smtClean="0"/>
              <a:t>03-06-2026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C2C890-E6DE-1A45-98C6-E722FA6368D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41394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2C890-E6DE-1A45-98C6-E722FA6368DA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12363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2C890-E6DE-1A45-98C6-E722FA6368DA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800787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2C890-E6DE-1A45-98C6-E722FA6368DA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75653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2C890-E6DE-1A45-98C6-E722FA6368DA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33243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2C890-E6DE-1A45-98C6-E722FA6368DA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04169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2C890-E6DE-1A45-98C6-E722FA6368DA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587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xmlns="" id="{9F4E23B3-D17D-BBDA-CF94-0F577C2DCC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38209" y="8700548"/>
            <a:ext cx="6781800" cy="584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838209" y="9612314"/>
            <a:ext cx="87126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xmlns="" id="{60E109FA-AB96-844B-8998-73B547E74E45}"/>
              </a:ext>
            </a:extLst>
          </p:cNvPr>
          <p:cNvSpPr/>
          <p:nvPr userDrawn="1"/>
        </p:nvSpPr>
        <p:spPr>
          <a:xfrm>
            <a:off x="2838209" y="9464675"/>
            <a:ext cx="8841105" cy="0"/>
          </a:xfrm>
          <a:custGeom>
            <a:avLst/>
            <a:gdLst/>
            <a:ahLst/>
            <a:cxnLst/>
            <a:rect l="l" t="t" r="r" b="b"/>
            <a:pathLst>
              <a:path w="8841105">
                <a:moveTo>
                  <a:pt x="0" y="0"/>
                </a:moveTo>
                <a:lnTo>
                  <a:pt x="8840652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xmlns="" id="{71AAB55C-247D-ECE0-5655-F1E1F2AF1A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340"/>
            <a:ext cx="20110047" cy="1130601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xmlns="" id="{2F0E50CD-FEFD-B21C-4BE3-4F2AA3739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178675"/>
            <a:ext cx="9782022" cy="1538883"/>
          </a:xfrm>
        </p:spPr>
        <p:txBody>
          <a:bodyPr/>
          <a:lstStyle>
            <a:lvl1pPr algn="r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74612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xmlns="" id="{121D21F6-64EA-9F7E-F1FC-89374B3096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xmlns="" id="{994F59E7-28C4-825A-1194-67522AF99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1650" y="7483475"/>
            <a:ext cx="9782022" cy="1538883"/>
          </a:xfrm>
        </p:spPr>
        <p:txBody>
          <a:bodyPr/>
          <a:lstStyle>
            <a:lvl1pPr algn="l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xmlns="" id="{87451F99-8CB8-50AA-1CC0-54512CBB6F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xmlns="" id="{2C83ACDF-F359-C1DD-3AF9-368B761A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3050" y="7026275"/>
            <a:ext cx="9782022" cy="1538883"/>
          </a:xfrm>
        </p:spPr>
        <p:txBody>
          <a:bodyPr/>
          <a:lstStyle>
            <a:lvl1pPr algn="l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43363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xmlns="" id="{2F738965-FD99-AFAE-3CAA-5CEAF99952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xmlns="" id="{4AB59064-93F0-56FE-006F-C58F84A8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0" y="6950075"/>
            <a:ext cx="9782022" cy="1538883"/>
          </a:xfrm>
        </p:spPr>
        <p:txBody>
          <a:bodyPr/>
          <a:lstStyle>
            <a:lvl1pPr algn="r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xmlns="" id="{3973E67C-611D-F88A-80C1-185A9B8D41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xmlns="" id="{3E466965-0C09-5FCB-13FD-111D1D2AD2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9" name="Rectángulo 28">
            <a:extLst>
              <a:ext uri="{FF2B5EF4-FFF2-40B4-BE49-F238E27FC236}">
                <a16:creationId xmlns:a16="http://schemas.microsoft.com/office/drawing/2014/main" xmlns="" id="{98C6A4D7-FDE0-20C5-1EB3-30217CE5E1DC}"/>
              </a:ext>
            </a:extLst>
          </p:cNvPr>
          <p:cNvSpPr/>
          <p:nvPr userDrawn="1"/>
        </p:nvSpPr>
        <p:spPr>
          <a:xfrm>
            <a:off x="4413250" y="42068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xmlns="" id="{EE9CC866-5882-3C12-E5D7-404765C18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2028" y="45340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38586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:a16="http://schemas.microsoft.com/office/drawing/2014/main" xmlns="" id="{FADFFD87-E732-F006-B065-62B946429B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xmlns="" id="{5FB62982-E03B-E5B0-2921-4742F850F5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xmlns="" id="{FA473640-6785-830B-E009-5E08A060B6B1}"/>
              </a:ext>
            </a:extLst>
          </p:cNvPr>
          <p:cNvSpPr/>
          <p:nvPr userDrawn="1"/>
        </p:nvSpPr>
        <p:spPr>
          <a:xfrm>
            <a:off x="7232650" y="7880350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xmlns="" id="{B55FBF2B-6203-81C7-B7DD-070ABE20B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1428" y="8207476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11097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C438F75-3EE0-1345-84D2-95B57EB1A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xmlns="" id="{14BF04F1-8F4E-3E46-A3B2-80F47EADF391}"/>
              </a:ext>
            </a:extLst>
          </p:cNvPr>
          <p:cNvSpPr/>
          <p:nvPr userDrawn="1"/>
        </p:nvSpPr>
        <p:spPr>
          <a:xfrm>
            <a:off x="-6350" y="656116"/>
            <a:ext cx="2243455" cy="1060450"/>
          </a:xfrm>
          <a:custGeom>
            <a:avLst/>
            <a:gdLst/>
            <a:ahLst/>
            <a:cxnLst/>
            <a:rect l="l" t="t" r="r" b="b"/>
            <a:pathLst>
              <a:path w="2243455" h="106045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xmlns="" id="{7932DF43-D838-5B47-A92B-B88C568B4A19}"/>
              </a:ext>
            </a:extLst>
          </p:cNvPr>
          <p:cNvSpPr/>
          <p:nvPr userDrawn="1"/>
        </p:nvSpPr>
        <p:spPr>
          <a:xfrm>
            <a:off x="16938421" y="10202309"/>
            <a:ext cx="1576070" cy="511175"/>
          </a:xfrm>
          <a:custGeom>
            <a:avLst/>
            <a:gdLst/>
            <a:ahLst/>
            <a:cxnLst/>
            <a:rect l="l" t="t" r="r" b="b"/>
            <a:pathLst>
              <a:path w="1576069" h="511175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34" y="299389"/>
                </a:lnTo>
                <a:lnTo>
                  <a:pt x="300723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07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588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38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59" y="484936"/>
                </a:lnTo>
                <a:lnTo>
                  <a:pt x="324205" y="466864"/>
                </a:lnTo>
                <a:lnTo>
                  <a:pt x="359016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69" h="511175">
                <a:moveTo>
                  <a:pt x="827582" y="502602"/>
                </a:moveTo>
                <a:lnTo>
                  <a:pt x="826490" y="478307"/>
                </a:lnTo>
                <a:lnTo>
                  <a:pt x="825538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28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69" h="511175">
                <a:moveTo>
                  <a:pt x="1244155" y="318274"/>
                </a:moveTo>
                <a:lnTo>
                  <a:pt x="1238161" y="266484"/>
                </a:lnTo>
                <a:lnTo>
                  <a:pt x="1220876" y="221424"/>
                </a:lnTo>
                <a:lnTo>
                  <a:pt x="1193355" y="184315"/>
                </a:lnTo>
                <a:lnTo>
                  <a:pt x="1156639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39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46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37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395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35" y="461340"/>
                </a:lnTo>
                <a:lnTo>
                  <a:pt x="957567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896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69" h="511175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44" y="133451"/>
                </a:lnTo>
                <a:lnTo>
                  <a:pt x="1489964" y="132499"/>
                </a:lnTo>
                <a:lnTo>
                  <a:pt x="1436065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82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xmlns="" id="{9DEB8F4A-6C01-284B-B123-A27D152597CD}"/>
              </a:ext>
            </a:extLst>
          </p:cNvPr>
          <p:cNvSpPr/>
          <p:nvPr userDrawn="1"/>
        </p:nvSpPr>
        <p:spPr>
          <a:xfrm>
            <a:off x="18623540" y="10245307"/>
            <a:ext cx="378460" cy="469900"/>
          </a:xfrm>
          <a:custGeom>
            <a:avLst/>
            <a:gdLst/>
            <a:ahLst/>
            <a:cxnLst/>
            <a:rect l="l" t="t" r="r" b="b"/>
            <a:pathLst>
              <a:path w="378459" h="46990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5">
            <a:extLst>
              <a:ext uri="{FF2B5EF4-FFF2-40B4-BE49-F238E27FC236}">
                <a16:creationId xmlns:a16="http://schemas.microsoft.com/office/drawing/2014/main" xmlns="" id="{50440F77-9AF6-2142-A93F-4B5F6DDBD871}"/>
              </a:ext>
            </a:extLst>
          </p:cNvPr>
          <p:cNvGrpSpPr/>
          <p:nvPr userDrawn="1"/>
        </p:nvGrpSpPr>
        <p:grpSpPr>
          <a:xfrm>
            <a:off x="19053919" y="10117702"/>
            <a:ext cx="427355" cy="597535"/>
            <a:chOff x="19053919" y="10117702"/>
            <a:chExt cx="427355" cy="597535"/>
          </a:xfrm>
        </p:grpSpPr>
        <p:sp>
          <p:nvSpPr>
            <p:cNvPr id="10" name="object 6">
              <a:extLst>
                <a:ext uri="{FF2B5EF4-FFF2-40B4-BE49-F238E27FC236}">
                  <a16:creationId xmlns:a16="http://schemas.microsoft.com/office/drawing/2014/main" xmlns="" id="{B5FF8718-DC05-C046-A01E-6155D9ABE0D5}"/>
                </a:ext>
              </a:extLst>
            </p:cNvPr>
            <p:cNvSpPr/>
            <p:nvPr/>
          </p:nvSpPr>
          <p:spPr>
            <a:xfrm>
              <a:off x="19053919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7">
              <a:extLst>
                <a:ext uri="{FF2B5EF4-FFF2-40B4-BE49-F238E27FC236}">
                  <a16:creationId xmlns:a16="http://schemas.microsoft.com/office/drawing/2014/main" xmlns="" id="{680319A8-C88C-E845-B967-74CD5DD4CA96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368634" y="10117702"/>
              <a:ext cx="112300" cy="1122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91385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2">
            <a:extLst>
              <a:ext uri="{FF2B5EF4-FFF2-40B4-BE49-F238E27FC236}">
                <a16:creationId xmlns:a16="http://schemas.microsoft.com/office/drawing/2014/main" xmlns="" id="{248CA032-B7CF-AC47-80C3-3DC0FECADE87}"/>
              </a:ext>
            </a:extLst>
          </p:cNvPr>
          <p:cNvSpPr/>
          <p:nvPr userDrawn="1"/>
        </p:nvSpPr>
        <p:spPr>
          <a:xfrm>
            <a:off x="727227" y="10202309"/>
            <a:ext cx="1576070" cy="511175"/>
          </a:xfrm>
          <a:custGeom>
            <a:avLst/>
            <a:gdLst/>
            <a:ahLst/>
            <a:cxnLst/>
            <a:rect l="l" t="t" r="r" b="b"/>
            <a:pathLst>
              <a:path w="1576070" h="511175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47" y="299389"/>
                </a:lnTo>
                <a:lnTo>
                  <a:pt x="300736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19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601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50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71" y="484936"/>
                </a:lnTo>
                <a:lnTo>
                  <a:pt x="324205" y="466864"/>
                </a:lnTo>
                <a:lnTo>
                  <a:pt x="359029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70" h="511175">
                <a:moveTo>
                  <a:pt x="827582" y="502602"/>
                </a:moveTo>
                <a:lnTo>
                  <a:pt x="826503" y="478307"/>
                </a:lnTo>
                <a:lnTo>
                  <a:pt x="825550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41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70" h="511175">
                <a:moveTo>
                  <a:pt x="1244155" y="318274"/>
                </a:moveTo>
                <a:lnTo>
                  <a:pt x="1238161" y="266484"/>
                </a:lnTo>
                <a:lnTo>
                  <a:pt x="1220889" y="221424"/>
                </a:lnTo>
                <a:lnTo>
                  <a:pt x="1193355" y="184315"/>
                </a:lnTo>
                <a:lnTo>
                  <a:pt x="1156652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52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59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49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408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48" y="461340"/>
                </a:lnTo>
                <a:lnTo>
                  <a:pt x="957580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909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70" h="511175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57" y="133451"/>
                </a:lnTo>
                <a:lnTo>
                  <a:pt x="1489964" y="132499"/>
                </a:lnTo>
                <a:lnTo>
                  <a:pt x="1436077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94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xmlns="" id="{AB72D184-1BCC-8E4D-AB97-E7C9B55D20C7}"/>
              </a:ext>
            </a:extLst>
          </p:cNvPr>
          <p:cNvSpPr/>
          <p:nvPr userDrawn="1"/>
        </p:nvSpPr>
        <p:spPr>
          <a:xfrm>
            <a:off x="2412348" y="10245307"/>
            <a:ext cx="378460" cy="469900"/>
          </a:xfrm>
          <a:custGeom>
            <a:avLst/>
            <a:gdLst/>
            <a:ahLst/>
            <a:cxnLst/>
            <a:rect l="l" t="t" r="r" b="b"/>
            <a:pathLst>
              <a:path w="378460" h="46990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4">
            <a:extLst>
              <a:ext uri="{FF2B5EF4-FFF2-40B4-BE49-F238E27FC236}">
                <a16:creationId xmlns:a16="http://schemas.microsoft.com/office/drawing/2014/main" xmlns="" id="{A2800012-DA06-CF45-A47A-D4B30EA37B75}"/>
              </a:ext>
            </a:extLst>
          </p:cNvPr>
          <p:cNvGrpSpPr/>
          <p:nvPr userDrawn="1"/>
        </p:nvGrpSpPr>
        <p:grpSpPr>
          <a:xfrm>
            <a:off x="2842727" y="10117702"/>
            <a:ext cx="427355" cy="597535"/>
            <a:chOff x="2842727" y="10117702"/>
            <a:chExt cx="427355" cy="597535"/>
          </a:xfrm>
        </p:grpSpPr>
        <p:sp>
          <p:nvSpPr>
            <p:cNvPr id="14" name="object 5">
              <a:extLst>
                <a:ext uri="{FF2B5EF4-FFF2-40B4-BE49-F238E27FC236}">
                  <a16:creationId xmlns:a16="http://schemas.microsoft.com/office/drawing/2014/main" xmlns="" id="{039AC548-D805-B546-AF98-3B421C054969}"/>
                </a:ext>
              </a:extLst>
            </p:cNvPr>
            <p:cNvSpPr/>
            <p:nvPr/>
          </p:nvSpPr>
          <p:spPr>
            <a:xfrm>
              <a:off x="2842727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6">
              <a:extLst>
                <a:ext uri="{FF2B5EF4-FFF2-40B4-BE49-F238E27FC236}">
                  <a16:creationId xmlns:a16="http://schemas.microsoft.com/office/drawing/2014/main" xmlns="" id="{DAA5A1C9-3FFD-F741-93B2-F1CDA55129CC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57442" y="10117702"/>
              <a:ext cx="112300" cy="112268"/>
            </a:xfrm>
            <a:prstGeom prst="rect">
              <a:avLst/>
            </a:prstGeom>
          </p:spPr>
        </p:pic>
      </p:grpSp>
      <p:sp>
        <p:nvSpPr>
          <p:cNvPr id="16" name="object 7">
            <a:extLst>
              <a:ext uri="{FF2B5EF4-FFF2-40B4-BE49-F238E27FC236}">
                <a16:creationId xmlns:a16="http://schemas.microsoft.com/office/drawing/2014/main" xmlns="" id="{2AF2BE2F-4D9A-CF4D-AF78-BAD6CC1B2837}"/>
              </a:ext>
            </a:extLst>
          </p:cNvPr>
          <p:cNvSpPr/>
          <p:nvPr userDrawn="1"/>
        </p:nvSpPr>
        <p:spPr>
          <a:xfrm>
            <a:off x="17840597" y="656116"/>
            <a:ext cx="2243455" cy="1060450"/>
          </a:xfrm>
          <a:custGeom>
            <a:avLst/>
            <a:gdLst/>
            <a:ahLst/>
            <a:cxnLst/>
            <a:rect l="l" t="t" r="r" b="b"/>
            <a:pathLst>
              <a:path w="2243455" h="106045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xmlns="" id="{E6AC5AA0-C4FD-A742-898F-2F81DD6B4D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738664"/>
          </a:xfrm>
        </p:spPr>
        <p:txBody>
          <a:bodyPr/>
          <a:lstStyle>
            <a:lvl1pPr algn="r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Editar los estilos de texto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>
            <a:extLst>
              <a:ext uri="{FF2B5EF4-FFF2-40B4-BE49-F238E27FC236}">
                <a16:creationId xmlns:a16="http://schemas.microsoft.com/office/drawing/2014/main" xmlns="" id="{293DC4AC-3CD1-B728-F1D4-9297A3D9EA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xmlns="" id="{75BA927C-DF3C-76F9-F858-D08E957A4C0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0"/>
            <a:ext cx="20109342" cy="11305614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xmlns="" id="{B6946770-F426-2FD2-6657-14F29D5A8E25}"/>
              </a:ext>
            </a:extLst>
          </p:cNvPr>
          <p:cNvSpPr/>
          <p:nvPr userDrawn="1"/>
        </p:nvSpPr>
        <p:spPr>
          <a:xfrm>
            <a:off x="755650" y="62642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xmlns="" id="{38E6F079-F9D6-8270-ADE8-DE597BD21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428" y="65914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xmlns="" id="{CC49A5DC-7F63-7053-BF30-9BEB915A86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xmlns="" id="{97E369C9-9696-52E0-3D5A-4A3A83A9C2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xmlns="" id="{EDE5CBD5-32E9-715D-214E-87F7F64407EA}"/>
              </a:ext>
            </a:extLst>
          </p:cNvPr>
          <p:cNvSpPr/>
          <p:nvPr userDrawn="1"/>
        </p:nvSpPr>
        <p:spPr>
          <a:xfrm>
            <a:off x="7004050" y="73310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xmlns="" id="{FA2B3E84-593C-1926-74EE-AA7B31F62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2828" y="76582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54578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221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707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314421" y="714594"/>
            <a:ext cx="5259705" cy="9156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9" r:id="rId4"/>
    <p:sldLayoutId id="2147483664" r:id="rId5"/>
    <p:sldLayoutId id="2147483670" r:id="rId6"/>
    <p:sldLayoutId id="2147483677" r:id="rId7"/>
    <p:sldLayoutId id="2147483666" r:id="rId8"/>
    <p:sldLayoutId id="2147483665" r:id="rId9"/>
    <p:sldLayoutId id="2147483663" r:id="rId10"/>
    <p:sldLayoutId id="2147483673" r:id="rId11"/>
    <p:sldLayoutId id="2147483671" r:id="rId12"/>
    <p:sldLayoutId id="2147483678" r:id="rId13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IDjaNLh9Vw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www.youtube.com/watch?v=c1Kfbl0KI1Q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570841C-0ACF-DE6F-43AC-3E3396A29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9250" y="8169275"/>
            <a:ext cx="15544800" cy="984885"/>
          </a:xfrm>
        </p:spPr>
        <p:txBody>
          <a:bodyPr/>
          <a:lstStyle/>
          <a:p>
            <a:r>
              <a:rPr lang="es-CL" sz="3200" spc="-10" dirty="0"/>
              <a:t>MPY1101</a:t>
            </a:r>
            <a:br>
              <a:rPr lang="es-CL" sz="3200" spc="-10" dirty="0"/>
            </a:br>
            <a:r>
              <a:rPr lang="es-CL" sz="3200" b="0" spc="-10" dirty="0"/>
              <a:t>Clase</a:t>
            </a:r>
            <a:r>
              <a:rPr lang="es-CL" sz="3200" b="0" dirty="0"/>
              <a:t>: </a:t>
            </a:r>
            <a:r>
              <a:rPr lang="es-MX" sz="3200" b="0" dirty="0" smtClean="0"/>
              <a:t>DIAGRAMA DE ESTADOS</a:t>
            </a:r>
            <a:endParaRPr lang="es-CL" sz="3200" dirty="0"/>
          </a:p>
        </p:txBody>
      </p:sp>
    </p:spTree>
    <p:extLst>
      <p:ext uri="{BB962C8B-B14F-4D97-AF65-F5344CB8AC3E}">
        <p14:creationId xmlns:p14="http://schemas.microsoft.com/office/powerpoint/2010/main" val="364293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0894FDA-7AA7-6141-7BD6-F075D9EE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9650" y="753463"/>
            <a:ext cx="14325600" cy="923330"/>
          </a:xfrm>
        </p:spPr>
        <p:txBody>
          <a:bodyPr/>
          <a:lstStyle/>
          <a:p>
            <a:r>
              <a:rPr lang="es-CL" sz="6000" dirty="0" smtClean="0"/>
              <a:t> ¿Qué similitudes existen?</a:t>
            </a:r>
            <a:endParaRPr lang="es-CL" sz="6000" dirty="0"/>
          </a:p>
        </p:txBody>
      </p:sp>
      <p:pic>
        <p:nvPicPr>
          <p:cNvPr id="3" name="Picture 2" descr="Lenguaje unificado de modelado - Wikipedia, la enciclopedia lib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6250" y="31917"/>
            <a:ext cx="2666999" cy="1941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25.700+ Las Cuatro Estaciones Ilustraciones de Stock, gráficos vectoriales  libres de derechos y clip art - iStock | Estaciones del año, Calendario,  Four seas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0" y="1920875"/>
            <a:ext cx="9067798" cy="906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614" y="1884613"/>
            <a:ext cx="10058400" cy="4373584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2508" y="6221112"/>
            <a:ext cx="9984542" cy="476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316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0894FDA-7AA7-6141-7BD6-F075D9EE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923330"/>
          </a:xfrm>
        </p:spPr>
        <p:txBody>
          <a:bodyPr/>
          <a:lstStyle/>
          <a:p>
            <a:r>
              <a:rPr lang="es-CL" sz="6000" dirty="0" smtClean="0"/>
              <a:t>¿Qué representa un Diagrama de Estados?</a:t>
            </a:r>
            <a:endParaRPr lang="es-CL" sz="6000" dirty="0"/>
          </a:p>
        </p:txBody>
      </p:sp>
      <p:pic>
        <p:nvPicPr>
          <p:cNvPr id="3" name="Picture 2" descr="Lenguaje unificado de modelado - Wikipedia, la enciclopedia lib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53314" y="1997075"/>
            <a:ext cx="2666999" cy="1941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/>
          <p:cNvSpPr txBox="1"/>
          <p:nvPr/>
        </p:nvSpPr>
        <p:spPr>
          <a:xfrm>
            <a:off x="419554" y="2378075"/>
            <a:ext cx="19050000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600" dirty="0" smtClean="0"/>
              <a:t>Representa el </a:t>
            </a:r>
          </a:p>
          <a:p>
            <a:pPr algn="ctr"/>
            <a:endParaRPr lang="es-CL" sz="6600" dirty="0" smtClean="0"/>
          </a:p>
          <a:p>
            <a:pPr algn="ctr"/>
            <a:r>
              <a:rPr lang="es-CL" sz="66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CICLO </a:t>
            </a:r>
            <a:r>
              <a:rPr lang="es-CL" sz="6600" dirty="0" smtClean="0"/>
              <a:t>de</a:t>
            </a:r>
            <a:r>
              <a:rPr lang="es-CL" sz="66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 VIDA</a:t>
            </a:r>
            <a:r>
              <a:rPr lang="es-CL" sz="6600" dirty="0">
                <a:latin typeface="Arial Black" panose="020B0A04020102020204" pitchFamily="34" charset="0"/>
              </a:rPr>
              <a:t> </a:t>
            </a:r>
            <a:r>
              <a:rPr lang="es-CL" sz="6600" dirty="0" smtClean="0"/>
              <a:t>de un</a:t>
            </a:r>
          </a:p>
          <a:p>
            <a:pPr algn="ctr"/>
            <a:r>
              <a:rPr lang="es-CL" sz="6600" dirty="0" smtClean="0"/>
              <a:t> </a:t>
            </a:r>
            <a:r>
              <a:rPr lang="es-CL" sz="66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OBJETO, PROCESO o SISTEMA</a:t>
            </a:r>
            <a:endParaRPr lang="es-CL" sz="6600" dirty="0">
              <a:latin typeface="Arial Black" panose="020B0A04020102020204" pitchFamily="34" charset="0"/>
            </a:endParaRPr>
          </a:p>
          <a:p>
            <a:pPr algn="ctr"/>
            <a:endParaRPr lang="es-CL" sz="6600" dirty="0" smtClean="0">
              <a:latin typeface="Arial Black" panose="020B0A04020102020204" pitchFamily="34" charset="0"/>
            </a:endParaRPr>
          </a:p>
          <a:p>
            <a:pPr algn="ctr"/>
            <a:r>
              <a:rPr lang="es-CL" sz="6600" dirty="0" smtClean="0"/>
              <a:t>Incorpora </a:t>
            </a:r>
            <a:r>
              <a:rPr lang="es-CL" sz="6600" dirty="0"/>
              <a:t>los </a:t>
            </a:r>
            <a:r>
              <a:rPr lang="es-CL" sz="6600" dirty="0" smtClean="0"/>
              <a:t>diferente eventos que provocan cambios y las transiciones que ocurren entre ellos </a:t>
            </a:r>
            <a:endParaRPr lang="es-CL" sz="6600" dirty="0"/>
          </a:p>
        </p:txBody>
      </p:sp>
    </p:spTree>
    <p:extLst>
      <p:ext uri="{BB962C8B-B14F-4D97-AF65-F5344CB8AC3E}">
        <p14:creationId xmlns:p14="http://schemas.microsoft.com/office/powerpoint/2010/main" val="2945400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0894FDA-7AA7-6141-7BD6-F075D9EE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923330"/>
          </a:xfrm>
        </p:spPr>
        <p:txBody>
          <a:bodyPr/>
          <a:lstStyle/>
          <a:p>
            <a:r>
              <a:rPr lang="es-CL" sz="6000" dirty="0" smtClean="0"/>
              <a:t>¿Qué representa un Diagrama de Estados?</a:t>
            </a:r>
            <a:endParaRPr lang="es-CL" sz="6000" dirty="0"/>
          </a:p>
        </p:txBody>
      </p:sp>
      <p:pic>
        <p:nvPicPr>
          <p:cNvPr id="3" name="Picture 2" descr="Lenguaje unificado de modelado - Wikipedia, la enciclopedia lib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53314" y="1997075"/>
            <a:ext cx="2666999" cy="1941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/>
          <p:cNvSpPr txBox="1"/>
          <p:nvPr/>
        </p:nvSpPr>
        <p:spPr>
          <a:xfrm>
            <a:off x="289593" y="2398361"/>
            <a:ext cx="7147593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4800" dirty="0" smtClean="0"/>
              <a:t>Representa el </a:t>
            </a:r>
          </a:p>
          <a:p>
            <a:pPr algn="ctr"/>
            <a:endParaRPr lang="es-CL" sz="4800" dirty="0" smtClean="0"/>
          </a:p>
          <a:p>
            <a:pPr algn="ctr"/>
            <a:r>
              <a:rPr lang="es-CL" sz="48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CICLO </a:t>
            </a:r>
            <a:r>
              <a:rPr lang="es-CL" sz="4800" dirty="0" smtClean="0"/>
              <a:t>de</a:t>
            </a:r>
            <a:r>
              <a:rPr lang="es-CL" sz="48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 VIDA</a:t>
            </a:r>
            <a:r>
              <a:rPr lang="es-CL" sz="4800" dirty="0">
                <a:latin typeface="Arial Black" panose="020B0A04020102020204" pitchFamily="34" charset="0"/>
              </a:rPr>
              <a:t> </a:t>
            </a:r>
            <a:r>
              <a:rPr lang="es-CL" sz="4800" dirty="0" smtClean="0"/>
              <a:t>de un</a:t>
            </a:r>
          </a:p>
          <a:p>
            <a:pPr algn="ctr"/>
            <a:r>
              <a:rPr lang="es-CL" sz="4800" dirty="0" smtClean="0"/>
              <a:t> </a:t>
            </a:r>
            <a:r>
              <a:rPr lang="es-CL" sz="48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OBJETO, PROCESO o SISTEMA</a:t>
            </a:r>
            <a:endParaRPr lang="es-CL" sz="4800" dirty="0">
              <a:latin typeface="Arial Black" panose="020B0A04020102020204" pitchFamily="34" charset="0"/>
            </a:endParaRPr>
          </a:p>
          <a:p>
            <a:pPr algn="ctr"/>
            <a:endParaRPr lang="es-CL" sz="4800" dirty="0" smtClean="0">
              <a:latin typeface="Arial Black" panose="020B0A04020102020204" pitchFamily="34" charset="0"/>
            </a:endParaRPr>
          </a:p>
          <a:p>
            <a:pPr algn="ctr"/>
            <a:r>
              <a:rPr lang="es-CL" sz="4800" dirty="0" smtClean="0"/>
              <a:t>Incorpora </a:t>
            </a:r>
            <a:r>
              <a:rPr lang="es-CL" sz="4800" dirty="0"/>
              <a:t>los </a:t>
            </a:r>
            <a:r>
              <a:rPr lang="es-CL" sz="4800" dirty="0" smtClean="0"/>
              <a:t>diferente eventos que provocan cambios y las transiciones que ocurren entre ellos </a:t>
            </a:r>
            <a:endParaRPr lang="es-CL" sz="4800" dirty="0"/>
          </a:p>
        </p:txBody>
      </p:sp>
      <p:sp>
        <p:nvSpPr>
          <p:cNvPr id="4" name="AutoShape 2" descr="Cómo Crear una Factura Comercial Sin Problemas para el Despacho de Aduana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2054" name="Picture 6" descr="Qué es una Factura? Características, tipos e importanci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300" y="1625725"/>
            <a:ext cx="9037135" cy="6988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7423" y="7178675"/>
            <a:ext cx="3824827" cy="3824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50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0894FDA-7AA7-6141-7BD6-F075D9EE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830997"/>
          </a:xfrm>
        </p:spPr>
        <p:txBody>
          <a:bodyPr/>
          <a:lstStyle/>
          <a:p>
            <a:r>
              <a:rPr lang="es-CL" sz="5400" dirty="0" smtClean="0"/>
              <a:t>Permite responder a las siguientes interrogantes</a:t>
            </a:r>
            <a:endParaRPr lang="es-CL" sz="5400" dirty="0"/>
          </a:p>
        </p:txBody>
      </p:sp>
      <p:pic>
        <p:nvPicPr>
          <p:cNvPr id="3" name="Picture 2" descr="Lenguaje unificado de modelado - Wikipedia, la enciclopedia lib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50" y="9312275"/>
            <a:ext cx="2501099" cy="1821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50" y="3004875"/>
            <a:ext cx="18592800" cy="630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259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0894FDA-7AA7-6141-7BD6-F075D9EE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830997"/>
          </a:xfrm>
        </p:spPr>
        <p:txBody>
          <a:bodyPr/>
          <a:lstStyle/>
          <a:p>
            <a:r>
              <a:rPr lang="es-CL" sz="5400" dirty="0" smtClean="0"/>
              <a:t>¿Cuáles son los Diagramas de Pre-Requisitos?</a:t>
            </a:r>
            <a:endParaRPr lang="es-CL" sz="5400" dirty="0"/>
          </a:p>
        </p:txBody>
      </p:sp>
      <p:pic>
        <p:nvPicPr>
          <p:cNvPr id="3" name="Picture 2" descr="Lenguaje unificado de modelado - Wikipedia, la enciclopedia lib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851" y="8812608"/>
            <a:ext cx="3429000" cy="2496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/>
          <p:cNvSpPr txBox="1"/>
          <p:nvPr/>
        </p:nvSpPr>
        <p:spPr>
          <a:xfrm>
            <a:off x="3675176" y="2713048"/>
            <a:ext cx="1143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sz="7200" dirty="0" smtClean="0"/>
              <a:t> Diagrama de Actividades.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984250" y="4367330"/>
            <a:ext cx="1821180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4400" dirty="0" smtClean="0"/>
              <a:t>Un diagrama de actividades nos permitirá:</a:t>
            </a:r>
          </a:p>
          <a:p>
            <a:pPr algn="just"/>
            <a:endParaRPr lang="es-CL" sz="4400" dirty="0" smtClean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CL" sz="4400" dirty="0" smtClean="0"/>
              <a:t>Tener una visión transversal y completa de flujo de negocio</a:t>
            </a:r>
          </a:p>
          <a:p>
            <a:pPr marL="285750" indent="-285750" algn="just">
              <a:buFontTx/>
              <a:buChar char="-"/>
            </a:pPr>
            <a:endParaRPr lang="es-CL" sz="4400" dirty="0" smtClean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CL" sz="4400" dirty="0" smtClean="0"/>
              <a:t>Facilita la identificación de los objetos o entidades que requieran la generación de diagramas de estados</a:t>
            </a:r>
            <a:endParaRPr lang="es-CL" sz="4400" dirty="0"/>
          </a:p>
        </p:txBody>
      </p:sp>
    </p:spTree>
    <p:extLst>
      <p:ext uri="{BB962C8B-B14F-4D97-AF65-F5344CB8AC3E}">
        <p14:creationId xmlns:p14="http://schemas.microsoft.com/office/powerpoint/2010/main" val="148544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0894FDA-7AA7-6141-7BD6-F075D9EE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784830"/>
          </a:xfrm>
        </p:spPr>
        <p:txBody>
          <a:bodyPr/>
          <a:lstStyle/>
          <a:p>
            <a:r>
              <a:rPr lang="es-CL" sz="5100" dirty="0" smtClean="0"/>
              <a:t>¿Cuál es la estructura de un Diagrama de actividades?</a:t>
            </a:r>
            <a:endParaRPr lang="es-CL" sz="5100" dirty="0"/>
          </a:p>
        </p:txBody>
      </p:sp>
      <p:pic>
        <p:nvPicPr>
          <p:cNvPr id="3" name="Picture 2" descr="Lenguaje unificado de modelado - Wikipedia, la enciclopedia lib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113" y="9379607"/>
            <a:ext cx="2633537" cy="1917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lecha abajo 5"/>
          <p:cNvSpPr/>
          <p:nvPr/>
        </p:nvSpPr>
        <p:spPr>
          <a:xfrm>
            <a:off x="8528050" y="2025276"/>
            <a:ext cx="914400" cy="8686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CuadroTexto 8"/>
          <p:cNvSpPr txBox="1"/>
          <p:nvPr/>
        </p:nvSpPr>
        <p:spPr>
          <a:xfrm>
            <a:off x="9919163" y="1840610"/>
            <a:ext cx="43011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5400" dirty="0" smtClean="0"/>
              <a:t>Estado Inicial</a:t>
            </a:r>
            <a:endParaRPr lang="es-CL" sz="5400" dirty="0"/>
          </a:p>
        </p:txBody>
      </p:sp>
      <p:sp>
        <p:nvSpPr>
          <p:cNvPr id="13" name="CuadroTexto 12"/>
          <p:cNvSpPr txBox="1"/>
          <p:nvPr/>
        </p:nvSpPr>
        <p:spPr>
          <a:xfrm>
            <a:off x="10280650" y="9788746"/>
            <a:ext cx="40318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5400" dirty="0" smtClean="0"/>
              <a:t>Estado Final</a:t>
            </a:r>
            <a:endParaRPr lang="es-CL" sz="5400" dirty="0"/>
          </a:p>
        </p:txBody>
      </p:sp>
      <p:sp>
        <p:nvSpPr>
          <p:cNvPr id="10" name="CuadroTexto 9"/>
          <p:cNvSpPr txBox="1"/>
          <p:nvPr/>
        </p:nvSpPr>
        <p:spPr>
          <a:xfrm>
            <a:off x="11053636" y="3128895"/>
            <a:ext cx="228600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800" dirty="0" smtClean="0"/>
              <a:t>….</a:t>
            </a:r>
          </a:p>
          <a:p>
            <a:r>
              <a:rPr lang="es-CL" sz="8800" dirty="0" smtClean="0"/>
              <a:t>….</a:t>
            </a:r>
          </a:p>
          <a:p>
            <a:r>
              <a:rPr lang="es-CL" sz="8800" dirty="0" smtClean="0"/>
              <a:t>….</a:t>
            </a:r>
          </a:p>
          <a:p>
            <a:r>
              <a:rPr lang="es-CL" sz="8800" dirty="0" smtClean="0"/>
              <a:t>….</a:t>
            </a:r>
          </a:p>
          <a:p>
            <a:endParaRPr lang="es-CL" sz="8800" dirty="0"/>
          </a:p>
        </p:txBody>
      </p:sp>
      <p:sp>
        <p:nvSpPr>
          <p:cNvPr id="15" name="CuadroTexto 14"/>
          <p:cNvSpPr txBox="1"/>
          <p:nvPr/>
        </p:nvSpPr>
        <p:spPr>
          <a:xfrm>
            <a:off x="15094739" y="5907011"/>
            <a:ext cx="41088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5400" dirty="0" smtClean="0"/>
              <a:t>Transiciones</a:t>
            </a:r>
            <a:endParaRPr lang="es-CL" sz="5400" dirty="0"/>
          </a:p>
        </p:txBody>
      </p:sp>
      <p:sp>
        <p:nvSpPr>
          <p:cNvPr id="11" name="Cerrar llave 10"/>
          <p:cNvSpPr/>
          <p:nvPr/>
        </p:nvSpPr>
        <p:spPr>
          <a:xfrm>
            <a:off x="13494539" y="3777876"/>
            <a:ext cx="1044090" cy="51816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0962" y="2117495"/>
            <a:ext cx="4372585" cy="8192643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527050" y="5537679"/>
            <a:ext cx="292580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4800" b="1" dirty="0" smtClean="0"/>
              <a:t>Estados</a:t>
            </a:r>
          </a:p>
          <a:p>
            <a:pPr algn="ctr"/>
            <a:r>
              <a:rPr lang="es-CL" sz="4800" b="1" dirty="0" smtClean="0"/>
              <a:t>Lavadora</a:t>
            </a:r>
            <a:endParaRPr lang="es-CL" sz="4800" b="1" dirty="0"/>
          </a:p>
        </p:txBody>
      </p:sp>
    </p:spTree>
    <p:extLst>
      <p:ext uri="{BB962C8B-B14F-4D97-AF65-F5344CB8AC3E}">
        <p14:creationId xmlns:p14="http://schemas.microsoft.com/office/powerpoint/2010/main" val="522076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0894FDA-7AA7-6141-7BD6-F075D9EE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850" y="777875"/>
            <a:ext cx="13335000" cy="784830"/>
          </a:xfrm>
        </p:spPr>
        <p:txBody>
          <a:bodyPr/>
          <a:lstStyle/>
          <a:p>
            <a:r>
              <a:rPr lang="es-CL" sz="5100" dirty="0" smtClean="0"/>
              <a:t>Elementos de un Diagrama de Estado</a:t>
            </a:r>
            <a:endParaRPr lang="es-CL" sz="5100" dirty="0"/>
          </a:p>
        </p:txBody>
      </p:sp>
      <p:pic>
        <p:nvPicPr>
          <p:cNvPr id="3" name="Picture 2" descr="Lenguaje unificado de modelado - Wikipedia, la enciclopedia lib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0999" y="92075"/>
            <a:ext cx="2197699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50" y="1728202"/>
            <a:ext cx="9677400" cy="921404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53780" y="1728201"/>
            <a:ext cx="8337516" cy="941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375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ángulo 114"/>
          <p:cNvSpPr/>
          <p:nvPr/>
        </p:nvSpPr>
        <p:spPr>
          <a:xfrm>
            <a:off x="-6350" y="625474"/>
            <a:ext cx="2361100" cy="1248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aphicFrame>
        <p:nvGraphicFramePr>
          <p:cNvPr id="4" name="Tabla 3"/>
          <p:cNvGraphicFramePr>
            <a:graphicFrameLocks noGrp="1"/>
          </p:cNvGraphicFramePr>
          <p:nvPr>
            <p:extLst/>
          </p:nvPr>
        </p:nvGraphicFramePr>
        <p:xfrm>
          <a:off x="0" y="-669"/>
          <a:ext cx="20104098" cy="1072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850"/>
                <a:gridCol w="3505200"/>
                <a:gridCol w="3429000"/>
                <a:gridCol w="2819400"/>
                <a:gridCol w="2819400"/>
                <a:gridCol w="517524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3200" dirty="0" smtClean="0">
                          <a:solidFill>
                            <a:srgbClr val="002060"/>
                          </a:solidFill>
                        </a:rPr>
                        <a:t>Comprador</a:t>
                      </a:r>
                      <a:endParaRPr lang="es-CL" sz="3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3200" dirty="0" smtClean="0">
                          <a:solidFill>
                            <a:srgbClr val="002060"/>
                          </a:solidFill>
                        </a:rPr>
                        <a:t>Despacho</a:t>
                      </a:r>
                      <a:endParaRPr lang="es-CL" sz="3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3200" dirty="0" smtClean="0">
                          <a:solidFill>
                            <a:srgbClr val="002060"/>
                          </a:solidFill>
                        </a:rPr>
                        <a:t>Atención Cliente</a:t>
                      </a:r>
                      <a:endParaRPr lang="es-CL" sz="3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3200" dirty="0" smtClean="0">
                          <a:solidFill>
                            <a:srgbClr val="002060"/>
                          </a:solidFill>
                        </a:rPr>
                        <a:t>Inventario</a:t>
                      </a:r>
                      <a:endParaRPr lang="es-CL" sz="3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3200" dirty="0" smtClean="0">
                          <a:solidFill>
                            <a:srgbClr val="002060"/>
                          </a:solidFill>
                        </a:rPr>
                        <a:t>Comercial</a:t>
                      </a:r>
                      <a:endParaRPr lang="es-CL" sz="3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3200" dirty="0" smtClean="0">
                          <a:solidFill>
                            <a:srgbClr val="002060"/>
                          </a:solidFill>
                        </a:rPr>
                        <a:t>Repartidor</a:t>
                      </a:r>
                      <a:endParaRPr lang="es-CL" sz="3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CL" sz="1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CL" sz="1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CuadroTexto 2"/>
          <p:cNvSpPr txBox="1"/>
          <p:nvPr/>
        </p:nvSpPr>
        <p:spPr>
          <a:xfrm>
            <a:off x="1441450" y="3673475"/>
            <a:ext cx="16003100" cy="31547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s-CL" sz="19900" dirty="0" smtClean="0">
                <a:solidFill>
                  <a:schemeClr val="bg1"/>
                </a:solidFill>
              </a:rPr>
              <a:t>Tienda Virtual</a:t>
            </a:r>
            <a:endParaRPr lang="es-CL" sz="19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257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ángulo 114"/>
          <p:cNvSpPr/>
          <p:nvPr/>
        </p:nvSpPr>
        <p:spPr>
          <a:xfrm>
            <a:off x="-6350" y="625474"/>
            <a:ext cx="2361100" cy="1248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68850"/>
              </p:ext>
            </p:extLst>
          </p:nvPr>
        </p:nvGraphicFramePr>
        <p:xfrm>
          <a:off x="0" y="-669"/>
          <a:ext cx="20104098" cy="1072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850"/>
                <a:gridCol w="3505200"/>
                <a:gridCol w="3429000"/>
                <a:gridCol w="2819400"/>
                <a:gridCol w="2819400"/>
                <a:gridCol w="517524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3200" dirty="0" smtClean="0">
                          <a:solidFill>
                            <a:srgbClr val="002060"/>
                          </a:solidFill>
                        </a:rPr>
                        <a:t>Comprador</a:t>
                      </a:r>
                      <a:endParaRPr lang="es-CL" sz="3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3200" dirty="0" smtClean="0">
                          <a:solidFill>
                            <a:srgbClr val="002060"/>
                          </a:solidFill>
                        </a:rPr>
                        <a:t>Despacho</a:t>
                      </a:r>
                      <a:endParaRPr lang="es-CL" sz="3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3200" dirty="0" smtClean="0">
                          <a:solidFill>
                            <a:srgbClr val="002060"/>
                          </a:solidFill>
                        </a:rPr>
                        <a:t>Atención Cliente</a:t>
                      </a:r>
                      <a:endParaRPr lang="es-CL" sz="3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3200" dirty="0" smtClean="0">
                          <a:solidFill>
                            <a:srgbClr val="002060"/>
                          </a:solidFill>
                        </a:rPr>
                        <a:t>Inventario</a:t>
                      </a:r>
                      <a:endParaRPr lang="es-CL" sz="3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3200" dirty="0" smtClean="0">
                          <a:solidFill>
                            <a:srgbClr val="002060"/>
                          </a:solidFill>
                        </a:rPr>
                        <a:t>Comercial</a:t>
                      </a:r>
                      <a:endParaRPr lang="es-CL" sz="3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3200" dirty="0" smtClean="0">
                          <a:solidFill>
                            <a:srgbClr val="002060"/>
                          </a:solidFill>
                        </a:rPr>
                        <a:t>Repartidor</a:t>
                      </a:r>
                      <a:endParaRPr lang="es-CL" sz="3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CL" sz="1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CL" sz="1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" name="Rectángulo redondeado 34"/>
          <p:cNvSpPr/>
          <p:nvPr/>
        </p:nvSpPr>
        <p:spPr>
          <a:xfrm>
            <a:off x="305596" y="1539875"/>
            <a:ext cx="1800000" cy="64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Ingresar</a:t>
            </a:r>
          </a:p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Tienda Virtual</a:t>
            </a:r>
            <a:endParaRPr lang="es-CL" sz="2000" dirty="0">
              <a:solidFill>
                <a:srgbClr val="002060"/>
              </a:solidFill>
            </a:endParaRPr>
          </a:p>
        </p:txBody>
      </p:sp>
      <p:sp>
        <p:nvSpPr>
          <p:cNvPr id="37" name="Elipse 36"/>
          <p:cNvSpPr/>
          <p:nvPr/>
        </p:nvSpPr>
        <p:spPr>
          <a:xfrm>
            <a:off x="887150" y="665930"/>
            <a:ext cx="648000" cy="648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2" name="Rectángulo redondeado 61"/>
          <p:cNvSpPr/>
          <p:nvPr/>
        </p:nvSpPr>
        <p:spPr>
          <a:xfrm>
            <a:off x="304800" y="2454275"/>
            <a:ext cx="1800000" cy="64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Consultar</a:t>
            </a:r>
          </a:p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Productos</a:t>
            </a:r>
            <a:endParaRPr lang="es-CL" sz="2000" dirty="0">
              <a:solidFill>
                <a:srgbClr val="002060"/>
              </a:solidFill>
            </a:endParaRPr>
          </a:p>
        </p:txBody>
      </p:sp>
      <p:sp>
        <p:nvSpPr>
          <p:cNvPr id="68" name="Rectángulo redondeado 67"/>
          <p:cNvSpPr/>
          <p:nvPr/>
        </p:nvSpPr>
        <p:spPr>
          <a:xfrm>
            <a:off x="304800" y="3368675"/>
            <a:ext cx="1800000" cy="64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Seleccionar</a:t>
            </a:r>
          </a:p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Productos</a:t>
            </a:r>
            <a:endParaRPr lang="es-CL" sz="2000" dirty="0">
              <a:solidFill>
                <a:srgbClr val="002060"/>
              </a:solidFill>
            </a:endParaRPr>
          </a:p>
        </p:txBody>
      </p:sp>
      <p:sp>
        <p:nvSpPr>
          <p:cNvPr id="70" name="Rectángulo redondeado 69"/>
          <p:cNvSpPr/>
          <p:nvPr/>
        </p:nvSpPr>
        <p:spPr>
          <a:xfrm>
            <a:off x="304800" y="4359275"/>
            <a:ext cx="1800000" cy="64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Ver Detalle</a:t>
            </a:r>
          </a:p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Factura</a:t>
            </a:r>
            <a:endParaRPr lang="es-CL" sz="2000" dirty="0">
              <a:solidFill>
                <a:srgbClr val="002060"/>
              </a:solidFill>
            </a:endParaRPr>
          </a:p>
        </p:txBody>
      </p:sp>
      <p:sp>
        <p:nvSpPr>
          <p:cNvPr id="71" name="Rectángulo redondeado 70"/>
          <p:cNvSpPr/>
          <p:nvPr/>
        </p:nvSpPr>
        <p:spPr>
          <a:xfrm>
            <a:off x="298450" y="5426075"/>
            <a:ext cx="1800000" cy="64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Pagar </a:t>
            </a:r>
          </a:p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Valor Compra</a:t>
            </a:r>
          </a:p>
        </p:txBody>
      </p:sp>
      <p:cxnSp>
        <p:nvCxnSpPr>
          <p:cNvPr id="75" name="Conector angular 74"/>
          <p:cNvCxnSpPr>
            <a:stCxn id="35" idx="2"/>
            <a:endCxn id="62" idx="0"/>
          </p:cNvCxnSpPr>
          <p:nvPr/>
        </p:nvCxnSpPr>
        <p:spPr>
          <a:xfrm rot="5400000">
            <a:off x="1071998" y="2320677"/>
            <a:ext cx="266400" cy="796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angular 77"/>
          <p:cNvCxnSpPr>
            <a:stCxn id="62" idx="2"/>
            <a:endCxn id="68" idx="0"/>
          </p:cNvCxnSpPr>
          <p:nvPr/>
        </p:nvCxnSpPr>
        <p:spPr>
          <a:xfrm rot="5400000">
            <a:off x="1071600" y="3235475"/>
            <a:ext cx="266400" cy="1270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angular 79"/>
          <p:cNvCxnSpPr>
            <a:stCxn id="68" idx="2"/>
            <a:endCxn id="70" idx="0"/>
          </p:cNvCxnSpPr>
          <p:nvPr/>
        </p:nvCxnSpPr>
        <p:spPr>
          <a:xfrm rot="5400000">
            <a:off x="1033500" y="4187975"/>
            <a:ext cx="342600" cy="1270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angular 81"/>
          <p:cNvCxnSpPr>
            <a:stCxn id="70" idx="2"/>
            <a:endCxn id="71" idx="0"/>
          </p:cNvCxnSpPr>
          <p:nvPr/>
        </p:nvCxnSpPr>
        <p:spPr>
          <a:xfrm rot="5400000">
            <a:off x="992225" y="5213500"/>
            <a:ext cx="418800" cy="635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angular 83"/>
          <p:cNvCxnSpPr>
            <a:stCxn id="37" idx="4"/>
            <a:endCxn id="35" idx="0"/>
          </p:cNvCxnSpPr>
          <p:nvPr/>
        </p:nvCxnSpPr>
        <p:spPr>
          <a:xfrm rot="5400000">
            <a:off x="1095401" y="1424125"/>
            <a:ext cx="225945" cy="5554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ángulo redondeado 95"/>
          <p:cNvSpPr/>
          <p:nvPr/>
        </p:nvSpPr>
        <p:spPr>
          <a:xfrm>
            <a:off x="371583" y="8625857"/>
            <a:ext cx="1800000" cy="64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Recibir</a:t>
            </a:r>
          </a:p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Productos</a:t>
            </a:r>
          </a:p>
        </p:txBody>
      </p:sp>
      <p:sp>
        <p:nvSpPr>
          <p:cNvPr id="97" name="Rectángulo redondeado 96"/>
          <p:cNvSpPr/>
          <p:nvPr/>
        </p:nvSpPr>
        <p:spPr>
          <a:xfrm>
            <a:off x="371583" y="9643790"/>
            <a:ext cx="1800000" cy="64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Firmar</a:t>
            </a:r>
          </a:p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Recibo</a:t>
            </a:r>
          </a:p>
        </p:txBody>
      </p:sp>
      <p:cxnSp>
        <p:nvCxnSpPr>
          <p:cNvPr id="95" name="Conector angular 94"/>
          <p:cNvCxnSpPr>
            <a:stCxn id="96" idx="2"/>
            <a:endCxn id="97" idx="0"/>
          </p:cNvCxnSpPr>
          <p:nvPr/>
        </p:nvCxnSpPr>
        <p:spPr>
          <a:xfrm rot="5400000">
            <a:off x="1086617" y="9458823"/>
            <a:ext cx="369933" cy="1270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ángulo redondeado 99"/>
          <p:cNvSpPr/>
          <p:nvPr/>
        </p:nvSpPr>
        <p:spPr>
          <a:xfrm>
            <a:off x="2965450" y="1549619"/>
            <a:ext cx="2448000" cy="64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Consultar</a:t>
            </a:r>
          </a:p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Ordenes a despachar</a:t>
            </a:r>
            <a:endParaRPr lang="es-CL" sz="2000" dirty="0">
              <a:solidFill>
                <a:srgbClr val="002060"/>
              </a:solidFill>
            </a:endParaRPr>
          </a:p>
        </p:txBody>
      </p:sp>
      <p:cxnSp>
        <p:nvCxnSpPr>
          <p:cNvPr id="101" name="Conector angular 100"/>
          <p:cNvCxnSpPr>
            <a:stCxn id="71" idx="3"/>
            <a:endCxn id="100" idx="1"/>
          </p:cNvCxnSpPr>
          <p:nvPr/>
        </p:nvCxnSpPr>
        <p:spPr>
          <a:xfrm flipV="1">
            <a:off x="2098450" y="1873619"/>
            <a:ext cx="867000" cy="3876456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ángulo redondeado 103"/>
          <p:cNvSpPr/>
          <p:nvPr/>
        </p:nvSpPr>
        <p:spPr>
          <a:xfrm>
            <a:off x="2965450" y="2530475"/>
            <a:ext cx="2448000" cy="64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Verificar</a:t>
            </a:r>
          </a:p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Productos en Stock</a:t>
            </a:r>
            <a:endParaRPr lang="es-CL" sz="2000" dirty="0">
              <a:solidFill>
                <a:srgbClr val="002060"/>
              </a:solidFill>
            </a:endParaRPr>
          </a:p>
        </p:txBody>
      </p:sp>
      <p:cxnSp>
        <p:nvCxnSpPr>
          <p:cNvPr id="106" name="Conector angular 105"/>
          <p:cNvCxnSpPr>
            <a:stCxn id="100" idx="2"/>
            <a:endCxn id="104" idx="0"/>
          </p:cNvCxnSpPr>
          <p:nvPr/>
        </p:nvCxnSpPr>
        <p:spPr>
          <a:xfrm rot="5400000">
            <a:off x="4023022" y="2364047"/>
            <a:ext cx="332856" cy="1270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Decisión 107"/>
          <p:cNvSpPr/>
          <p:nvPr/>
        </p:nvSpPr>
        <p:spPr>
          <a:xfrm>
            <a:off x="3669850" y="3521075"/>
            <a:ext cx="972000" cy="792000"/>
          </a:xfrm>
          <a:prstGeom prst="flowChartDecis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110" name="Conector angular 109"/>
          <p:cNvCxnSpPr>
            <a:stCxn id="104" idx="2"/>
            <a:endCxn id="108" idx="0"/>
          </p:cNvCxnSpPr>
          <p:nvPr/>
        </p:nvCxnSpPr>
        <p:spPr>
          <a:xfrm rot="5400000">
            <a:off x="4001350" y="3332975"/>
            <a:ext cx="342600" cy="3360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CuadroTexto 110"/>
          <p:cNvSpPr txBox="1"/>
          <p:nvPr/>
        </p:nvSpPr>
        <p:spPr>
          <a:xfrm>
            <a:off x="2813050" y="3521075"/>
            <a:ext cx="103906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1400" b="1" dirty="0" smtClean="0">
                <a:solidFill>
                  <a:srgbClr val="002060"/>
                </a:solidFill>
              </a:rPr>
              <a:t>¿Existe </a:t>
            </a:r>
          </a:p>
          <a:p>
            <a:pPr algn="ctr"/>
            <a:r>
              <a:rPr lang="es-CL" sz="1400" b="1" dirty="0" smtClean="0">
                <a:solidFill>
                  <a:srgbClr val="002060"/>
                </a:solidFill>
              </a:rPr>
              <a:t>producto </a:t>
            </a:r>
          </a:p>
          <a:p>
            <a:pPr algn="ctr"/>
            <a:r>
              <a:rPr lang="es-CL" sz="1400" b="1" dirty="0" smtClean="0">
                <a:solidFill>
                  <a:srgbClr val="002060"/>
                </a:solidFill>
              </a:rPr>
              <a:t>en Stock?</a:t>
            </a:r>
            <a:endParaRPr lang="es-CL" sz="1400" b="1" dirty="0">
              <a:solidFill>
                <a:srgbClr val="002060"/>
              </a:solidFill>
            </a:endParaRPr>
          </a:p>
        </p:txBody>
      </p:sp>
      <p:sp>
        <p:nvSpPr>
          <p:cNvPr id="112" name="Rectángulo redondeado 111"/>
          <p:cNvSpPr/>
          <p:nvPr/>
        </p:nvSpPr>
        <p:spPr>
          <a:xfrm>
            <a:off x="2948650" y="5006366"/>
            <a:ext cx="2448000" cy="64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Activar </a:t>
            </a:r>
          </a:p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Despacho a Cliente</a:t>
            </a:r>
            <a:endParaRPr lang="es-CL" sz="2000" dirty="0">
              <a:solidFill>
                <a:srgbClr val="002060"/>
              </a:solidFill>
            </a:endParaRPr>
          </a:p>
        </p:txBody>
      </p:sp>
      <p:cxnSp>
        <p:nvCxnSpPr>
          <p:cNvPr id="114" name="Conector angular 113"/>
          <p:cNvCxnSpPr>
            <a:stCxn id="108" idx="2"/>
            <a:endCxn id="112" idx="0"/>
          </p:cNvCxnSpPr>
          <p:nvPr/>
        </p:nvCxnSpPr>
        <p:spPr>
          <a:xfrm rot="16200000" flipH="1">
            <a:off x="3817605" y="4651320"/>
            <a:ext cx="693291" cy="1680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ángulo 122"/>
          <p:cNvSpPr/>
          <p:nvPr/>
        </p:nvSpPr>
        <p:spPr>
          <a:xfrm>
            <a:off x="9518650" y="4054475"/>
            <a:ext cx="2448000" cy="180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4" name="Rectángulo redondeado 123"/>
          <p:cNvSpPr/>
          <p:nvPr/>
        </p:nvSpPr>
        <p:spPr>
          <a:xfrm>
            <a:off x="6165850" y="4664075"/>
            <a:ext cx="2448000" cy="64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Informar </a:t>
            </a:r>
          </a:p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Demora a Cliente</a:t>
            </a:r>
          </a:p>
        </p:txBody>
      </p:sp>
      <p:sp>
        <p:nvSpPr>
          <p:cNvPr id="125" name="Rectángulo redondeado 124"/>
          <p:cNvSpPr/>
          <p:nvPr/>
        </p:nvSpPr>
        <p:spPr>
          <a:xfrm>
            <a:off x="9509050" y="4664075"/>
            <a:ext cx="2448000" cy="64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Realizar</a:t>
            </a:r>
          </a:p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Pedido a Proveedor </a:t>
            </a:r>
          </a:p>
        </p:txBody>
      </p:sp>
      <p:sp>
        <p:nvSpPr>
          <p:cNvPr id="126" name="Rectángulo redondeado 125"/>
          <p:cNvSpPr/>
          <p:nvPr/>
        </p:nvSpPr>
        <p:spPr>
          <a:xfrm>
            <a:off x="12414250" y="4664075"/>
            <a:ext cx="2448000" cy="64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Generar</a:t>
            </a:r>
          </a:p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Cupón de Descuento </a:t>
            </a:r>
          </a:p>
        </p:txBody>
      </p:sp>
      <p:sp>
        <p:nvSpPr>
          <p:cNvPr id="127" name="Rectángulo 126"/>
          <p:cNvSpPr/>
          <p:nvPr/>
        </p:nvSpPr>
        <p:spPr>
          <a:xfrm>
            <a:off x="9594850" y="5807075"/>
            <a:ext cx="2268000" cy="180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129" name="Conector angular 128"/>
          <p:cNvCxnSpPr>
            <a:stCxn id="108" idx="3"/>
            <a:endCxn id="123" idx="0"/>
          </p:cNvCxnSpPr>
          <p:nvPr/>
        </p:nvCxnSpPr>
        <p:spPr>
          <a:xfrm>
            <a:off x="4641850" y="3917075"/>
            <a:ext cx="6100800" cy="137400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ector angular 130"/>
          <p:cNvCxnSpPr>
            <a:stCxn id="123" idx="2"/>
            <a:endCxn id="125" idx="0"/>
          </p:cNvCxnSpPr>
          <p:nvPr/>
        </p:nvCxnSpPr>
        <p:spPr>
          <a:xfrm rot="5400000">
            <a:off x="10523050" y="4444475"/>
            <a:ext cx="429600" cy="96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ector angular 132"/>
          <p:cNvCxnSpPr>
            <a:stCxn id="123" idx="2"/>
            <a:endCxn id="124" idx="0"/>
          </p:cNvCxnSpPr>
          <p:nvPr/>
        </p:nvCxnSpPr>
        <p:spPr>
          <a:xfrm rot="5400000">
            <a:off x="8851450" y="2772875"/>
            <a:ext cx="429600" cy="335280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ector angular 134"/>
          <p:cNvCxnSpPr>
            <a:stCxn id="123" idx="2"/>
            <a:endCxn id="126" idx="0"/>
          </p:cNvCxnSpPr>
          <p:nvPr/>
        </p:nvCxnSpPr>
        <p:spPr>
          <a:xfrm rot="16200000" flipH="1">
            <a:off x="11975650" y="3001475"/>
            <a:ext cx="429600" cy="2895600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ector angular 139"/>
          <p:cNvCxnSpPr>
            <a:stCxn id="124" idx="2"/>
            <a:endCxn id="127" idx="0"/>
          </p:cNvCxnSpPr>
          <p:nvPr/>
        </p:nvCxnSpPr>
        <p:spPr>
          <a:xfrm rot="16200000" flipH="1">
            <a:off x="8811850" y="3890075"/>
            <a:ext cx="495000" cy="3339000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ector angular 143"/>
          <p:cNvCxnSpPr>
            <a:stCxn id="125" idx="2"/>
            <a:endCxn id="127" idx="0"/>
          </p:cNvCxnSpPr>
          <p:nvPr/>
        </p:nvCxnSpPr>
        <p:spPr>
          <a:xfrm rot="5400000">
            <a:off x="10483450" y="5557475"/>
            <a:ext cx="495000" cy="42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ector angular 145"/>
          <p:cNvCxnSpPr>
            <a:stCxn id="126" idx="2"/>
            <a:endCxn id="127" idx="0"/>
          </p:cNvCxnSpPr>
          <p:nvPr/>
        </p:nvCxnSpPr>
        <p:spPr>
          <a:xfrm rot="5400000">
            <a:off x="11936050" y="4104875"/>
            <a:ext cx="495000" cy="2909400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Decisión 156"/>
          <p:cNvSpPr/>
          <p:nvPr/>
        </p:nvSpPr>
        <p:spPr>
          <a:xfrm>
            <a:off x="3674759" y="5971253"/>
            <a:ext cx="978981" cy="752862"/>
          </a:xfrm>
          <a:prstGeom prst="flowChartDecis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2" name="CuadroTexto 181"/>
          <p:cNvSpPr txBox="1"/>
          <p:nvPr/>
        </p:nvSpPr>
        <p:spPr>
          <a:xfrm>
            <a:off x="4565650" y="3521075"/>
            <a:ext cx="4235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1400" b="1" dirty="0" smtClean="0">
                <a:solidFill>
                  <a:srgbClr val="002060"/>
                </a:solidFill>
              </a:rPr>
              <a:t>No</a:t>
            </a:r>
            <a:endParaRPr lang="es-CL" sz="1400" b="1" dirty="0">
              <a:solidFill>
                <a:srgbClr val="002060"/>
              </a:solidFill>
            </a:endParaRPr>
          </a:p>
        </p:txBody>
      </p:sp>
      <p:sp>
        <p:nvSpPr>
          <p:cNvPr id="183" name="CuadroTexto 182"/>
          <p:cNvSpPr txBox="1"/>
          <p:nvPr/>
        </p:nvSpPr>
        <p:spPr>
          <a:xfrm>
            <a:off x="4565650" y="4051498"/>
            <a:ext cx="3545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1400" b="1" dirty="0" smtClean="0">
                <a:solidFill>
                  <a:srgbClr val="002060"/>
                </a:solidFill>
              </a:rPr>
              <a:t>Sí</a:t>
            </a:r>
            <a:endParaRPr lang="es-CL" sz="1400" b="1" dirty="0">
              <a:solidFill>
                <a:srgbClr val="002060"/>
              </a:solidFill>
            </a:endParaRPr>
          </a:p>
        </p:txBody>
      </p:sp>
      <p:cxnSp>
        <p:nvCxnSpPr>
          <p:cNvPr id="185" name="Conector angular 184"/>
          <p:cNvCxnSpPr>
            <a:stCxn id="112" idx="2"/>
            <a:endCxn id="157" idx="0"/>
          </p:cNvCxnSpPr>
          <p:nvPr/>
        </p:nvCxnSpPr>
        <p:spPr>
          <a:xfrm rot="5400000">
            <a:off x="4010007" y="5808609"/>
            <a:ext cx="316887" cy="840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Rectángulo redondeado 187"/>
          <p:cNvSpPr/>
          <p:nvPr/>
        </p:nvSpPr>
        <p:spPr>
          <a:xfrm>
            <a:off x="15233650" y="6569074"/>
            <a:ext cx="1752600" cy="80965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Recepcionar </a:t>
            </a:r>
          </a:p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Pedidos</a:t>
            </a:r>
          </a:p>
        </p:txBody>
      </p:sp>
      <p:sp>
        <p:nvSpPr>
          <p:cNvPr id="189" name="Rectángulo redondeado 188"/>
          <p:cNvSpPr/>
          <p:nvPr/>
        </p:nvSpPr>
        <p:spPr>
          <a:xfrm>
            <a:off x="15233650" y="7597475"/>
            <a:ext cx="1752600" cy="64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Transportar</a:t>
            </a:r>
          </a:p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Pedidos</a:t>
            </a:r>
          </a:p>
        </p:txBody>
      </p:sp>
      <p:cxnSp>
        <p:nvCxnSpPr>
          <p:cNvPr id="191" name="Conector angular 190"/>
          <p:cNvCxnSpPr>
            <a:stCxn id="157" idx="2"/>
            <a:endCxn id="188" idx="1"/>
          </p:cNvCxnSpPr>
          <p:nvPr/>
        </p:nvCxnSpPr>
        <p:spPr>
          <a:xfrm rot="16200000" flipH="1">
            <a:off x="9574056" y="1314309"/>
            <a:ext cx="249789" cy="11069400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ector angular 193"/>
          <p:cNvCxnSpPr>
            <a:stCxn id="188" idx="2"/>
            <a:endCxn id="189" idx="0"/>
          </p:cNvCxnSpPr>
          <p:nvPr/>
        </p:nvCxnSpPr>
        <p:spPr>
          <a:xfrm rot="5400000">
            <a:off x="16000579" y="7488104"/>
            <a:ext cx="218742" cy="1270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Decisión 194"/>
          <p:cNvSpPr/>
          <p:nvPr/>
        </p:nvSpPr>
        <p:spPr>
          <a:xfrm>
            <a:off x="15767049" y="8625857"/>
            <a:ext cx="707905" cy="887499"/>
          </a:xfrm>
          <a:prstGeom prst="flowChartDecis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96" name="CuadroTexto 195"/>
          <p:cNvSpPr txBox="1"/>
          <p:nvPr/>
        </p:nvSpPr>
        <p:spPr>
          <a:xfrm>
            <a:off x="16520263" y="8474075"/>
            <a:ext cx="22185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400" b="1" dirty="0" smtClean="0">
                <a:solidFill>
                  <a:srgbClr val="002060"/>
                </a:solidFill>
              </a:rPr>
              <a:t>¿Cliente es Localizado?</a:t>
            </a:r>
            <a:endParaRPr lang="es-CL" sz="1400" b="1" dirty="0">
              <a:solidFill>
                <a:srgbClr val="002060"/>
              </a:solidFill>
            </a:endParaRPr>
          </a:p>
        </p:txBody>
      </p:sp>
      <p:cxnSp>
        <p:nvCxnSpPr>
          <p:cNvPr id="204" name="Conector angular 203"/>
          <p:cNvCxnSpPr>
            <a:stCxn id="189" idx="2"/>
            <a:endCxn id="195" idx="0"/>
          </p:cNvCxnSpPr>
          <p:nvPr/>
        </p:nvCxnSpPr>
        <p:spPr>
          <a:xfrm rot="16200000" flipH="1">
            <a:off x="15925285" y="8430140"/>
            <a:ext cx="380382" cy="11052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Rectángulo redondeado 205"/>
          <p:cNvSpPr/>
          <p:nvPr/>
        </p:nvSpPr>
        <p:spPr>
          <a:xfrm>
            <a:off x="18084321" y="7217075"/>
            <a:ext cx="1752844" cy="102641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Registrar </a:t>
            </a:r>
          </a:p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Cliente No localizado</a:t>
            </a:r>
          </a:p>
        </p:txBody>
      </p:sp>
      <p:cxnSp>
        <p:nvCxnSpPr>
          <p:cNvPr id="208" name="Conector angular 207"/>
          <p:cNvCxnSpPr>
            <a:stCxn id="195" idx="3"/>
            <a:endCxn id="206" idx="2"/>
          </p:cNvCxnSpPr>
          <p:nvPr/>
        </p:nvCxnSpPr>
        <p:spPr>
          <a:xfrm flipV="1">
            <a:off x="16474954" y="8243485"/>
            <a:ext cx="2485789" cy="826122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Rectángulo redondeado 217"/>
          <p:cNvSpPr/>
          <p:nvPr/>
        </p:nvSpPr>
        <p:spPr>
          <a:xfrm>
            <a:off x="18052806" y="5816770"/>
            <a:ext cx="1752844" cy="102641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Retornar</a:t>
            </a:r>
          </a:p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Producto a Bodega</a:t>
            </a:r>
          </a:p>
        </p:txBody>
      </p:sp>
      <p:cxnSp>
        <p:nvCxnSpPr>
          <p:cNvPr id="220" name="Conector angular 219"/>
          <p:cNvCxnSpPr>
            <a:stCxn id="218" idx="1"/>
            <a:endCxn id="157" idx="3"/>
          </p:cNvCxnSpPr>
          <p:nvPr/>
        </p:nvCxnSpPr>
        <p:spPr>
          <a:xfrm rot="10800000" flipV="1">
            <a:off x="4653740" y="6329974"/>
            <a:ext cx="13399066" cy="17709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Conector angular 240"/>
          <p:cNvCxnSpPr>
            <a:stCxn id="195" idx="1"/>
            <a:endCxn id="96" idx="3"/>
          </p:cNvCxnSpPr>
          <p:nvPr/>
        </p:nvCxnSpPr>
        <p:spPr>
          <a:xfrm rot="10800000">
            <a:off x="2171583" y="8949857"/>
            <a:ext cx="13595466" cy="11975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Rectángulo redondeado 246"/>
          <p:cNvSpPr/>
          <p:nvPr/>
        </p:nvSpPr>
        <p:spPr>
          <a:xfrm>
            <a:off x="15309850" y="9636677"/>
            <a:ext cx="1800000" cy="64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Entregar</a:t>
            </a:r>
          </a:p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Productos</a:t>
            </a:r>
          </a:p>
        </p:txBody>
      </p:sp>
      <p:cxnSp>
        <p:nvCxnSpPr>
          <p:cNvPr id="249" name="Conector angular 248"/>
          <p:cNvCxnSpPr>
            <a:stCxn id="97" idx="3"/>
            <a:endCxn id="247" idx="1"/>
          </p:cNvCxnSpPr>
          <p:nvPr/>
        </p:nvCxnSpPr>
        <p:spPr>
          <a:xfrm flipV="1">
            <a:off x="2171583" y="9960677"/>
            <a:ext cx="13138267" cy="7113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3" name="Grupo 252"/>
          <p:cNvGrpSpPr/>
          <p:nvPr/>
        </p:nvGrpSpPr>
        <p:grpSpPr>
          <a:xfrm>
            <a:off x="18414850" y="9643790"/>
            <a:ext cx="648000" cy="648000"/>
            <a:chOff x="-972000" y="6588000"/>
            <a:chExt cx="648000" cy="648000"/>
          </a:xfrm>
        </p:grpSpPr>
        <p:sp>
          <p:nvSpPr>
            <p:cNvPr id="251" name="Elipse 250"/>
            <p:cNvSpPr/>
            <p:nvPr/>
          </p:nvSpPr>
          <p:spPr>
            <a:xfrm>
              <a:off x="-972000" y="6588000"/>
              <a:ext cx="648000" cy="648000"/>
            </a:xfrm>
            <a:prstGeom prst="ellipse">
              <a:avLst/>
            </a:prstGeom>
            <a:no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52" name="Elipse 251"/>
            <p:cNvSpPr/>
            <p:nvPr/>
          </p:nvSpPr>
          <p:spPr>
            <a:xfrm>
              <a:off x="-920750" y="6638675"/>
              <a:ext cx="540000" cy="540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cxnSp>
        <p:nvCxnSpPr>
          <p:cNvPr id="255" name="Conector angular 254"/>
          <p:cNvCxnSpPr>
            <a:stCxn id="247" idx="3"/>
            <a:endCxn id="251" idx="2"/>
          </p:cNvCxnSpPr>
          <p:nvPr/>
        </p:nvCxnSpPr>
        <p:spPr>
          <a:xfrm>
            <a:off x="17109850" y="9960677"/>
            <a:ext cx="1305000" cy="7113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Conector angular 320"/>
          <p:cNvCxnSpPr>
            <a:stCxn id="127" idx="1"/>
            <a:endCxn id="112" idx="3"/>
          </p:cNvCxnSpPr>
          <p:nvPr/>
        </p:nvCxnSpPr>
        <p:spPr>
          <a:xfrm rot="10800000">
            <a:off x="5396650" y="5330367"/>
            <a:ext cx="4198200" cy="566709"/>
          </a:xfrm>
          <a:prstGeom prst="bentConnector3">
            <a:avLst>
              <a:gd name="adj1" fmla="val 91269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3" name="CuadroTexto 322"/>
          <p:cNvSpPr txBox="1"/>
          <p:nvPr/>
        </p:nvSpPr>
        <p:spPr>
          <a:xfrm>
            <a:off x="16448941" y="9061500"/>
            <a:ext cx="4235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1400" b="1" dirty="0" smtClean="0">
                <a:solidFill>
                  <a:srgbClr val="002060"/>
                </a:solidFill>
              </a:rPr>
              <a:t>No</a:t>
            </a:r>
            <a:endParaRPr lang="es-CL" sz="1400" b="1" dirty="0">
              <a:solidFill>
                <a:srgbClr val="002060"/>
              </a:solidFill>
            </a:endParaRPr>
          </a:p>
        </p:txBody>
      </p:sp>
      <p:sp>
        <p:nvSpPr>
          <p:cNvPr id="324" name="CuadroTexto 323"/>
          <p:cNvSpPr txBox="1"/>
          <p:nvPr/>
        </p:nvSpPr>
        <p:spPr>
          <a:xfrm>
            <a:off x="15336265" y="8702675"/>
            <a:ext cx="3545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1400" b="1" dirty="0" smtClean="0">
                <a:solidFill>
                  <a:srgbClr val="002060"/>
                </a:solidFill>
              </a:rPr>
              <a:t>Sí</a:t>
            </a:r>
            <a:endParaRPr lang="es-CL" sz="1400" b="1" dirty="0">
              <a:solidFill>
                <a:srgbClr val="002060"/>
              </a:solidFill>
            </a:endParaRPr>
          </a:p>
        </p:txBody>
      </p:sp>
      <p:grpSp>
        <p:nvGrpSpPr>
          <p:cNvPr id="335" name="Grupo 334"/>
          <p:cNvGrpSpPr/>
          <p:nvPr/>
        </p:nvGrpSpPr>
        <p:grpSpPr>
          <a:xfrm>
            <a:off x="165368" y="4177220"/>
            <a:ext cx="2060875" cy="2800892"/>
            <a:chOff x="9696925" y="7159785"/>
            <a:chExt cx="2060875" cy="2800892"/>
          </a:xfrm>
        </p:grpSpPr>
        <p:sp>
          <p:nvSpPr>
            <p:cNvPr id="326" name="Rectángulo 325"/>
            <p:cNvSpPr/>
            <p:nvPr/>
          </p:nvSpPr>
          <p:spPr>
            <a:xfrm>
              <a:off x="9696925" y="7834109"/>
              <a:ext cx="2058850" cy="2126568"/>
            </a:xfrm>
            <a:prstGeom prst="rect">
              <a:avLst/>
            </a:prstGeom>
            <a:noFill/>
            <a:ln w="571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327" name="Rectángulo 326"/>
            <p:cNvSpPr/>
            <p:nvPr/>
          </p:nvSpPr>
          <p:spPr>
            <a:xfrm>
              <a:off x="9698950" y="7159785"/>
              <a:ext cx="2058850" cy="623243"/>
            </a:xfrm>
            <a:prstGeom prst="rect">
              <a:avLst/>
            </a:prstGeom>
            <a:solidFill>
              <a:srgbClr val="00B050"/>
            </a:solidFill>
            <a:ln w="571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b="1" dirty="0" smtClean="0">
                  <a:solidFill>
                    <a:srgbClr val="002060"/>
                  </a:solidFill>
                </a:rPr>
                <a:t>ORDEN COMPRA</a:t>
              </a:r>
              <a:endParaRPr lang="es-CL" b="1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330" name="Grupo 329"/>
          <p:cNvGrpSpPr/>
          <p:nvPr/>
        </p:nvGrpSpPr>
        <p:grpSpPr>
          <a:xfrm>
            <a:off x="201175" y="1732730"/>
            <a:ext cx="2059875" cy="2433073"/>
            <a:chOff x="9698400" y="7218125"/>
            <a:chExt cx="2059875" cy="2433073"/>
          </a:xfrm>
        </p:grpSpPr>
        <p:sp>
          <p:nvSpPr>
            <p:cNvPr id="328" name="Rectángulo 327"/>
            <p:cNvSpPr/>
            <p:nvPr/>
          </p:nvSpPr>
          <p:spPr>
            <a:xfrm>
              <a:off x="9699425" y="7836625"/>
              <a:ext cx="2058850" cy="1814573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329" name="Rectángulo 328"/>
            <p:cNvSpPr/>
            <p:nvPr/>
          </p:nvSpPr>
          <p:spPr>
            <a:xfrm>
              <a:off x="9698400" y="7218125"/>
              <a:ext cx="2058850" cy="623243"/>
            </a:xfrm>
            <a:prstGeom prst="rect">
              <a:avLst/>
            </a:prstGeom>
            <a:solidFill>
              <a:srgbClr val="FF0000"/>
            </a:solidFill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b="1" dirty="0" smtClean="0">
                  <a:solidFill>
                    <a:schemeClr val="bg1"/>
                  </a:solidFill>
                </a:rPr>
                <a:t>PRODUCTO</a:t>
              </a:r>
              <a:endParaRPr lang="es-CL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34" name="Grupo 333"/>
          <p:cNvGrpSpPr/>
          <p:nvPr/>
        </p:nvGrpSpPr>
        <p:grpSpPr>
          <a:xfrm>
            <a:off x="12248857" y="3636000"/>
            <a:ext cx="2737309" cy="2302552"/>
            <a:chOff x="9982800" y="6909108"/>
            <a:chExt cx="2737309" cy="2302552"/>
          </a:xfrm>
        </p:grpSpPr>
        <p:sp>
          <p:nvSpPr>
            <p:cNvPr id="331" name="Rectángulo 330"/>
            <p:cNvSpPr/>
            <p:nvPr/>
          </p:nvSpPr>
          <p:spPr>
            <a:xfrm>
              <a:off x="9984285" y="7542230"/>
              <a:ext cx="2735824" cy="1669430"/>
            </a:xfrm>
            <a:prstGeom prst="rect">
              <a:avLst/>
            </a:pr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332" name="Rectángulo 331"/>
            <p:cNvSpPr/>
            <p:nvPr/>
          </p:nvSpPr>
          <p:spPr>
            <a:xfrm>
              <a:off x="9982800" y="6909108"/>
              <a:ext cx="2736000" cy="623243"/>
            </a:xfrm>
            <a:prstGeom prst="rect">
              <a:avLst/>
            </a:prstGeom>
            <a:solidFill>
              <a:schemeClr val="accent6"/>
            </a:solidFill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b="1" dirty="0" smtClean="0">
                  <a:solidFill>
                    <a:srgbClr val="002060"/>
                  </a:solidFill>
                </a:rPr>
                <a:t>CUPON DE DESCUENTO</a:t>
              </a:r>
              <a:endParaRPr lang="es-CL" b="1" dirty="0">
                <a:solidFill>
                  <a:srgbClr val="00206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3659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ángulo 114"/>
          <p:cNvSpPr/>
          <p:nvPr/>
        </p:nvSpPr>
        <p:spPr>
          <a:xfrm>
            <a:off x="-6350" y="625474"/>
            <a:ext cx="2361100" cy="1248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aphicFrame>
        <p:nvGraphicFramePr>
          <p:cNvPr id="4" name="Tabla 3"/>
          <p:cNvGraphicFramePr>
            <a:graphicFrameLocks noGrp="1"/>
          </p:cNvGraphicFramePr>
          <p:nvPr>
            <p:extLst/>
          </p:nvPr>
        </p:nvGraphicFramePr>
        <p:xfrm>
          <a:off x="0" y="-669"/>
          <a:ext cx="20104098" cy="1072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850"/>
                <a:gridCol w="3505200"/>
                <a:gridCol w="3429000"/>
                <a:gridCol w="2819400"/>
                <a:gridCol w="2819400"/>
                <a:gridCol w="517524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3200" dirty="0" smtClean="0">
                          <a:solidFill>
                            <a:srgbClr val="002060"/>
                          </a:solidFill>
                        </a:rPr>
                        <a:t>Comprador</a:t>
                      </a:r>
                      <a:endParaRPr lang="es-CL" sz="3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3200" dirty="0" smtClean="0">
                          <a:solidFill>
                            <a:srgbClr val="002060"/>
                          </a:solidFill>
                        </a:rPr>
                        <a:t>Despacho</a:t>
                      </a:r>
                      <a:endParaRPr lang="es-CL" sz="3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3200" dirty="0" smtClean="0">
                          <a:solidFill>
                            <a:srgbClr val="002060"/>
                          </a:solidFill>
                        </a:rPr>
                        <a:t>Atención Cliente</a:t>
                      </a:r>
                      <a:endParaRPr lang="es-CL" sz="3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3200" dirty="0" smtClean="0">
                          <a:solidFill>
                            <a:srgbClr val="002060"/>
                          </a:solidFill>
                        </a:rPr>
                        <a:t>Inventario</a:t>
                      </a:r>
                      <a:endParaRPr lang="es-CL" sz="3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3200" dirty="0" smtClean="0">
                          <a:solidFill>
                            <a:srgbClr val="002060"/>
                          </a:solidFill>
                        </a:rPr>
                        <a:t>Comercial</a:t>
                      </a:r>
                      <a:endParaRPr lang="es-CL" sz="3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3200" dirty="0" smtClean="0">
                          <a:solidFill>
                            <a:srgbClr val="002060"/>
                          </a:solidFill>
                        </a:rPr>
                        <a:t>Repartidor</a:t>
                      </a:r>
                      <a:endParaRPr lang="es-CL" sz="3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 smtClean="0">
                        <a:solidFill>
                          <a:srgbClr val="002060"/>
                        </a:solidFill>
                      </a:endParaRPr>
                    </a:p>
                    <a:p>
                      <a:endParaRPr lang="es-CL" sz="1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CL" sz="1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CL" sz="12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" name="Rectángulo redondeado 34"/>
          <p:cNvSpPr/>
          <p:nvPr/>
        </p:nvSpPr>
        <p:spPr>
          <a:xfrm>
            <a:off x="305596" y="1539875"/>
            <a:ext cx="1800000" cy="64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Ingresar</a:t>
            </a:r>
          </a:p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Tienda Virtual</a:t>
            </a:r>
            <a:endParaRPr lang="es-CL" sz="2000" dirty="0">
              <a:solidFill>
                <a:srgbClr val="002060"/>
              </a:solidFill>
            </a:endParaRPr>
          </a:p>
        </p:txBody>
      </p:sp>
      <p:sp>
        <p:nvSpPr>
          <p:cNvPr id="37" name="Elipse 36"/>
          <p:cNvSpPr/>
          <p:nvPr/>
        </p:nvSpPr>
        <p:spPr>
          <a:xfrm>
            <a:off x="887150" y="665930"/>
            <a:ext cx="648000" cy="648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2" name="Rectángulo redondeado 61"/>
          <p:cNvSpPr/>
          <p:nvPr/>
        </p:nvSpPr>
        <p:spPr>
          <a:xfrm>
            <a:off x="304800" y="2454275"/>
            <a:ext cx="1800000" cy="64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Consultar</a:t>
            </a:r>
          </a:p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Productos</a:t>
            </a:r>
            <a:endParaRPr lang="es-CL" sz="2000" dirty="0">
              <a:solidFill>
                <a:srgbClr val="002060"/>
              </a:solidFill>
            </a:endParaRPr>
          </a:p>
        </p:txBody>
      </p:sp>
      <p:sp>
        <p:nvSpPr>
          <p:cNvPr id="68" name="Rectángulo redondeado 67"/>
          <p:cNvSpPr/>
          <p:nvPr/>
        </p:nvSpPr>
        <p:spPr>
          <a:xfrm>
            <a:off x="304800" y="3368675"/>
            <a:ext cx="1800000" cy="64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Seleccionar</a:t>
            </a:r>
          </a:p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Productos</a:t>
            </a:r>
            <a:endParaRPr lang="es-CL" sz="2000" dirty="0">
              <a:solidFill>
                <a:srgbClr val="002060"/>
              </a:solidFill>
            </a:endParaRPr>
          </a:p>
        </p:txBody>
      </p:sp>
      <p:sp>
        <p:nvSpPr>
          <p:cNvPr id="70" name="Rectángulo redondeado 69"/>
          <p:cNvSpPr/>
          <p:nvPr/>
        </p:nvSpPr>
        <p:spPr>
          <a:xfrm>
            <a:off x="304800" y="4359275"/>
            <a:ext cx="1800000" cy="64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Ver Detalle</a:t>
            </a:r>
          </a:p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Factura</a:t>
            </a:r>
            <a:endParaRPr lang="es-CL" sz="2000" dirty="0">
              <a:solidFill>
                <a:srgbClr val="002060"/>
              </a:solidFill>
            </a:endParaRPr>
          </a:p>
        </p:txBody>
      </p:sp>
      <p:sp>
        <p:nvSpPr>
          <p:cNvPr id="71" name="Rectángulo redondeado 70"/>
          <p:cNvSpPr/>
          <p:nvPr/>
        </p:nvSpPr>
        <p:spPr>
          <a:xfrm>
            <a:off x="298450" y="5426075"/>
            <a:ext cx="1800000" cy="64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Pagar </a:t>
            </a:r>
          </a:p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Valor Compra</a:t>
            </a:r>
          </a:p>
        </p:txBody>
      </p:sp>
      <p:cxnSp>
        <p:nvCxnSpPr>
          <p:cNvPr id="75" name="Conector angular 74"/>
          <p:cNvCxnSpPr>
            <a:stCxn id="35" idx="2"/>
            <a:endCxn id="62" idx="0"/>
          </p:cNvCxnSpPr>
          <p:nvPr/>
        </p:nvCxnSpPr>
        <p:spPr>
          <a:xfrm rot="5400000">
            <a:off x="1071998" y="2320677"/>
            <a:ext cx="266400" cy="796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angular 77"/>
          <p:cNvCxnSpPr>
            <a:stCxn id="62" idx="2"/>
            <a:endCxn id="68" idx="0"/>
          </p:cNvCxnSpPr>
          <p:nvPr/>
        </p:nvCxnSpPr>
        <p:spPr>
          <a:xfrm rot="5400000">
            <a:off x="1071600" y="3235475"/>
            <a:ext cx="266400" cy="1270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angular 79"/>
          <p:cNvCxnSpPr>
            <a:stCxn id="68" idx="2"/>
            <a:endCxn id="70" idx="0"/>
          </p:cNvCxnSpPr>
          <p:nvPr/>
        </p:nvCxnSpPr>
        <p:spPr>
          <a:xfrm rot="5400000">
            <a:off x="1033500" y="4187975"/>
            <a:ext cx="342600" cy="1270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angular 81"/>
          <p:cNvCxnSpPr>
            <a:stCxn id="70" idx="2"/>
            <a:endCxn id="71" idx="0"/>
          </p:cNvCxnSpPr>
          <p:nvPr/>
        </p:nvCxnSpPr>
        <p:spPr>
          <a:xfrm rot="5400000">
            <a:off x="992225" y="5213500"/>
            <a:ext cx="418800" cy="635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angular 83"/>
          <p:cNvCxnSpPr>
            <a:stCxn id="37" idx="4"/>
            <a:endCxn id="35" idx="0"/>
          </p:cNvCxnSpPr>
          <p:nvPr/>
        </p:nvCxnSpPr>
        <p:spPr>
          <a:xfrm rot="5400000">
            <a:off x="1095401" y="1424125"/>
            <a:ext cx="225945" cy="5554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ángulo redondeado 95"/>
          <p:cNvSpPr/>
          <p:nvPr/>
        </p:nvSpPr>
        <p:spPr>
          <a:xfrm>
            <a:off x="371583" y="8625857"/>
            <a:ext cx="1800000" cy="64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Recibir</a:t>
            </a:r>
          </a:p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Productos</a:t>
            </a:r>
          </a:p>
        </p:txBody>
      </p:sp>
      <p:sp>
        <p:nvSpPr>
          <p:cNvPr id="97" name="Rectángulo redondeado 96"/>
          <p:cNvSpPr/>
          <p:nvPr/>
        </p:nvSpPr>
        <p:spPr>
          <a:xfrm>
            <a:off x="371583" y="9643790"/>
            <a:ext cx="1800000" cy="64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Firmar</a:t>
            </a:r>
          </a:p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Recibo</a:t>
            </a:r>
          </a:p>
        </p:txBody>
      </p:sp>
      <p:cxnSp>
        <p:nvCxnSpPr>
          <p:cNvPr id="95" name="Conector angular 94"/>
          <p:cNvCxnSpPr>
            <a:stCxn id="96" idx="2"/>
            <a:endCxn id="97" idx="0"/>
          </p:cNvCxnSpPr>
          <p:nvPr/>
        </p:nvCxnSpPr>
        <p:spPr>
          <a:xfrm rot="5400000">
            <a:off x="1086617" y="9458823"/>
            <a:ext cx="369933" cy="1270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ángulo redondeado 99"/>
          <p:cNvSpPr/>
          <p:nvPr/>
        </p:nvSpPr>
        <p:spPr>
          <a:xfrm>
            <a:off x="2965450" y="1549619"/>
            <a:ext cx="2448000" cy="64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Consultar</a:t>
            </a:r>
          </a:p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Ordenes a despachar</a:t>
            </a:r>
            <a:endParaRPr lang="es-CL" sz="2000" dirty="0">
              <a:solidFill>
                <a:srgbClr val="002060"/>
              </a:solidFill>
            </a:endParaRPr>
          </a:p>
        </p:txBody>
      </p:sp>
      <p:cxnSp>
        <p:nvCxnSpPr>
          <p:cNvPr id="101" name="Conector angular 100"/>
          <p:cNvCxnSpPr>
            <a:stCxn id="71" idx="3"/>
            <a:endCxn id="100" idx="1"/>
          </p:cNvCxnSpPr>
          <p:nvPr/>
        </p:nvCxnSpPr>
        <p:spPr>
          <a:xfrm flipV="1">
            <a:off x="2098450" y="1873619"/>
            <a:ext cx="867000" cy="3876456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ángulo redondeado 103"/>
          <p:cNvSpPr/>
          <p:nvPr/>
        </p:nvSpPr>
        <p:spPr>
          <a:xfrm>
            <a:off x="2965450" y="2530475"/>
            <a:ext cx="2448000" cy="64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Verificar</a:t>
            </a:r>
          </a:p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Productos en Stock</a:t>
            </a:r>
            <a:endParaRPr lang="es-CL" sz="2000" dirty="0">
              <a:solidFill>
                <a:srgbClr val="002060"/>
              </a:solidFill>
            </a:endParaRPr>
          </a:p>
        </p:txBody>
      </p:sp>
      <p:cxnSp>
        <p:nvCxnSpPr>
          <p:cNvPr id="106" name="Conector angular 105"/>
          <p:cNvCxnSpPr>
            <a:stCxn id="100" idx="2"/>
            <a:endCxn id="104" idx="0"/>
          </p:cNvCxnSpPr>
          <p:nvPr/>
        </p:nvCxnSpPr>
        <p:spPr>
          <a:xfrm rot="5400000">
            <a:off x="4023022" y="2364047"/>
            <a:ext cx="332856" cy="1270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Decisión 107"/>
          <p:cNvSpPr/>
          <p:nvPr/>
        </p:nvSpPr>
        <p:spPr>
          <a:xfrm>
            <a:off x="3669850" y="3521075"/>
            <a:ext cx="972000" cy="792000"/>
          </a:xfrm>
          <a:prstGeom prst="flowChartDecis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110" name="Conector angular 109"/>
          <p:cNvCxnSpPr>
            <a:stCxn id="104" idx="2"/>
            <a:endCxn id="108" idx="0"/>
          </p:cNvCxnSpPr>
          <p:nvPr/>
        </p:nvCxnSpPr>
        <p:spPr>
          <a:xfrm rot="5400000">
            <a:off x="4001350" y="3332975"/>
            <a:ext cx="342600" cy="3360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CuadroTexto 110"/>
          <p:cNvSpPr txBox="1"/>
          <p:nvPr/>
        </p:nvSpPr>
        <p:spPr>
          <a:xfrm>
            <a:off x="2813050" y="3521075"/>
            <a:ext cx="103906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1400" b="1" dirty="0" smtClean="0">
                <a:solidFill>
                  <a:srgbClr val="002060"/>
                </a:solidFill>
              </a:rPr>
              <a:t>¿Existe </a:t>
            </a:r>
          </a:p>
          <a:p>
            <a:pPr algn="ctr"/>
            <a:r>
              <a:rPr lang="es-CL" sz="1400" b="1" dirty="0" smtClean="0">
                <a:solidFill>
                  <a:srgbClr val="002060"/>
                </a:solidFill>
              </a:rPr>
              <a:t>producto </a:t>
            </a:r>
          </a:p>
          <a:p>
            <a:pPr algn="ctr"/>
            <a:r>
              <a:rPr lang="es-CL" sz="1400" b="1" dirty="0" smtClean="0">
                <a:solidFill>
                  <a:srgbClr val="002060"/>
                </a:solidFill>
              </a:rPr>
              <a:t>en Stock?</a:t>
            </a:r>
            <a:endParaRPr lang="es-CL" sz="1400" b="1" dirty="0">
              <a:solidFill>
                <a:srgbClr val="002060"/>
              </a:solidFill>
            </a:endParaRPr>
          </a:p>
        </p:txBody>
      </p:sp>
      <p:sp>
        <p:nvSpPr>
          <p:cNvPr id="112" name="Rectángulo redondeado 111"/>
          <p:cNvSpPr/>
          <p:nvPr/>
        </p:nvSpPr>
        <p:spPr>
          <a:xfrm>
            <a:off x="2948650" y="5006366"/>
            <a:ext cx="2448000" cy="64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Activar </a:t>
            </a:r>
          </a:p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Despacho a Cliente</a:t>
            </a:r>
            <a:endParaRPr lang="es-CL" sz="2000" dirty="0">
              <a:solidFill>
                <a:srgbClr val="002060"/>
              </a:solidFill>
            </a:endParaRPr>
          </a:p>
        </p:txBody>
      </p:sp>
      <p:cxnSp>
        <p:nvCxnSpPr>
          <p:cNvPr id="114" name="Conector angular 113"/>
          <p:cNvCxnSpPr>
            <a:stCxn id="108" idx="2"/>
            <a:endCxn id="112" idx="0"/>
          </p:cNvCxnSpPr>
          <p:nvPr/>
        </p:nvCxnSpPr>
        <p:spPr>
          <a:xfrm rot="16200000" flipH="1">
            <a:off x="3817605" y="4651320"/>
            <a:ext cx="693291" cy="1680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ángulo 122"/>
          <p:cNvSpPr/>
          <p:nvPr/>
        </p:nvSpPr>
        <p:spPr>
          <a:xfrm>
            <a:off x="9518650" y="4054475"/>
            <a:ext cx="2448000" cy="180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4" name="Rectángulo redondeado 123"/>
          <p:cNvSpPr/>
          <p:nvPr/>
        </p:nvSpPr>
        <p:spPr>
          <a:xfrm>
            <a:off x="6165850" y="4664075"/>
            <a:ext cx="2448000" cy="64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Informar </a:t>
            </a:r>
          </a:p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Demora a Cliente</a:t>
            </a:r>
          </a:p>
        </p:txBody>
      </p:sp>
      <p:sp>
        <p:nvSpPr>
          <p:cNvPr id="125" name="Rectángulo redondeado 124"/>
          <p:cNvSpPr/>
          <p:nvPr/>
        </p:nvSpPr>
        <p:spPr>
          <a:xfrm>
            <a:off x="9509050" y="4664075"/>
            <a:ext cx="2448000" cy="64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Realizar</a:t>
            </a:r>
          </a:p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Pedido a Proveedor </a:t>
            </a:r>
          </a:p>
        </p:txBody>
      </p:sp>
      <p:sp>
        <p:nvSpPr>
          <p:cNvPr id="126" name="Rectángulo redondeado 125"/>
          <p:cNvSpPr/>
          <p:nvPr/>
        </p:nvSpPr>
        <p:spPr>
          <a:xfrm>
            <a:off x="12414250" y="4664075"/>
            <a:ext cx="2448000" cy="64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Generar</a:t>
            </a:r>
          </a:p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Cupón de Descuento </a:t>
            </a:r>
          </a:p>
        </p:txBody>
      </p:sp>
      <p:sp>
        <p:nvSpPr>
          <p:cNvPr id="127" name="Rectángulo 126"/>
          <p:cNvSpPr/>
          <p:nvPr/>
        </p:nvSpPr>
        <p:spPr>
          <a:xfrm>
            <a:off x="9594850" y="5807075"/>
            <a:ext cx="2268000" cy="180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129" name="Conector angular 128"/>
          <p:cNvCxnSpPr>
            <a:stCxn id="108" idx="3"/>
            <a:endCxn id="123" idx="0"/>
          </p:cNvCxnSpPr>
          <p:nvPr/>
        </p:nvCxnSpPr>
        <p:spPr>
          <a:xfrm>
            <a:off x="4641850" y="3917075"/>
            <a:ext cx="6100800" cy="137400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ector angular 130"/>
          <p:cNvCxnSpPr>
            <a:stCxn id="123" idx="2"/>
            <a:endCxn id="125" idx="0"/>
          </p:cNvCxnSpPr>
          <p:nvPr/>
        </p:nvCxnSpPr>
        <p:spPr>
          <a:xfrm rot="5400000">
            <a:off x="10523050" y="4444475"/>
            <a:ext cx="429600" cy="96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ector angular 132"/>
          <p:cNvCxnSpPr>
            <a:stCxn id="123" idx="2"/>
            <a:endCxn id="124" idx="0"/>
          </p:cNvCxnSpPr>
          <p:nvPr/>
        </p:nvCxnSpPr>
        <p:spPr>
          <a:xfrm rot="5400000">
            <a:off x="8851450" y="2772875"/>
            <a:ext cx="429600" cy="335280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ector angular 134"/>
          <p:cNvCxnSpPr>
            <a:stCxn id="123" idx="2"/>
            <a:endCxn id="126" idx="0"/>
          </p:cNvCxnSpPr>
          <p:nvPr/>
        </p:nvCxnSpPr>
        <p:spPr>
          <a:xfrm rot="16200000" flipH="1">
            <a:off x="11975650" y="3001475"/>
            <a:ext cx="429600" cy="2895600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ector angular 139"/>
          <p:cNvCxnSpPr>
            <a:stCxn id="124" idx="2"/>
            <a:endCxn id="127" idx="0"/>
          </p:cNvCxnSpPr>
          <p:nvPr/>
        </p:nvCxnSpPr>
        <p:spPr>
          <a:xfrm rot="16200000" flipH="1">
            <a:off x="8811850" y="3890075"/>
            <a:ext cx="495000" cy="3339000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ector angular 143"/>
          <p:cNvCxnSpPr>
            <a:stCxn id="125" idx="2"/>
            <a:endCxn id="127" idx="0"/>
          </p:cNvCxnSpPr>
          <p:nvPr/>
        </p:nvCxnSpPr>
        <p:spPr>
          <a:xfrm rot="5400000">
            <a:off x="10483450" y="5557475"/>
            <a:ext cx="495000" cy="42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ector angular 145"/>
          <p:cNvCxnSpPr>
            <a:stCxn id="126" idx="2"/>
            <a:endCxn id="127" idx="0"/>
          </p:cNvCxnSpPr>
          <p:nvPr/>
        </p:nvCxnSpPr>
        <p:spPr>
          <a:xfrm rot="5400000">
            <a:off x="11936050" y="4104875"/>
            <a:ext cx="495000" cy="2909400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Decisión 156"/>
          <p:cNvSpPr/>
          <p:nvPr/>
        </p:nvSpPr>
        <p:spPr>
          <a:xfrm>
            <a:off x="3674759" y="5971253"/>
            <a:ext cx="978981" cy="752862"/>
          </a:xfrm>
          <a:prstGeom prst="flowChartDecis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2" name="CuadroTexto 181"/>
          <p:cNvSpPr txBox="1"/>
          <p:nvPr/>
        </p:nvSpPr>
        <p:spPr>
          <a:xfrm>
            <a:off x="4565650" y="3521075"/>
            <a:ext cx="4235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1400" b="1" dirty="0" smtClean="0">
                <a:solidFill>
                  <a:srgbClr val="002060"/>
                </a:solidFill>
              </a:rPr>
              <a:t>No</a:t>
            </a:r>
            <a:endParaRPr lang="es-CL" sz="1400" b="1" dirty="0">
              <a:solidFill>
                <a:srgbClr val="002060"/>
              </a:solidFill>
            </a:endParaRPr>
          </a:p>
        </p:txBody>
      </p:sp>
      <p:sp>
        <p:nvSpPr>
          <p:cNvPr id="183" name="CuadroTexto 182"/>
          <p:cNvSpPr txBox="1"/>
          <p:nvPr/>
        </p:nvSpPr>
        <p:spPr>
          <a:xfrm>
            <a:off x="4565650" y="4051498"/>
            <a:ext cx="3545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1400" b="1" dirty="0" smtClean="0">
                <a:solidFill>
                  <a:srgbClr val="002060"/>
                </a:solidFill>
              </a:rPr>
              <a:t>Sí</a:t>
            </a:r>
            <a:endParaRPr lang="es-CL" sz="1400" b="1" dirty="0">
              <a:solidFill>
                <a:srgbClr val="002060"/>
              </a:solidFill>
            </a:endParaRPr>
          </a:p>
        </p:txBody>
      </p:sp>
      <p:cxnSp>
        <p:nvCxnSpPr>
          <p:cNvPr id="185" name="Conector angular 184"/>
          <p:cNvCxnSpPr>
            <a:stCxn id="112" idx="2"/>
            <a:endCxn id="157" idx="0"/>
          </p:cNvCxnSpPr>
          <p:nvPr/>
        </p:nvCxnSpPr>
        <p:spPr>
          <a:xfrm rot="5400000">
            <a:off x="4010007" y="5808609"/>
            <a:ext cx="316887" cy="840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Rectángulo redondeado 187"/>
          <p:cNvSpPr/>
          <p:nvPr/>
        </p:nvSpPr>
        <p:spPr>
          <a:xfrm>
            <a:off x="15233650" y="6569074"/>
            <a:ext cx="1752600" cy="80965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Recepcionar </a:t>
            </a:r>
          </a:p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Pedidos</a:t>
            </a:r>
          </a:p>
        </p:txBody>
      </p:sp>
      <p:sp>
        <p:nvSpPr>
          <p:cNvPr id="189" name="Rectángulo redondeado 188"/>
          <p:cNvSpPr/>
          <p:nvPr/>
        </p:nvSpPr>
        <p:spPr>
          <a:xfrm>
            <a:off x="15233650" y="7597475"/>
            <a:ext cx="1752600" cy="64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Transportar</a:t>
            </a:r>
          </a:p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Pedidos</a:t>
            </a:r>
          </a:p>
        </p:txBody>
      </p:sp>
      <p:cxnSp>
        <p:nvCxnSpPr>
          <p:cNvPr id="191" name="Conector angular 190"/>
          <p:cNvCxnSpPr>
            <a:stCxn id="157" idx="2"/>
            <a:endCxn id="188" idx="1"/>
          </p:cNvCxnSpPr>
          <p:nvPr/>
        </p:nvCxnSpPr>
        <p:spPr>
          <a:xfrm rot="16200000" flipH="1">
            <a:off x="9574056" y="1314309"/>
            <a:ext cx="249789" cy="11069400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ector angular 193"/>
          <p:cNvCxnSpPr>
            <a:stCxn id="188" idx="2"/>
            <a:endCxn id="189" idx="0"/>
          </p:cNvCxnSpPr>
          <p:nvPr/>
        </p:nvCxnSpPr>
        <p:spPr>
          <a:xfrm rot="5400000">
            <a:off x="16000579" y="7488104"/>
            <a:ext cx="218742" cy="1270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Decisión 194"/>
          <p:cNvSpPr/>
          <p:nvPr/>
        </p:nvSpPr>
        <p:spPr>
          <a:xfrm>
            <a:off x="15767049" y="8625857"/>
            <a:ext cx="707905" cy="887499"/>
          </a:xfrm>
          <a:prstGeom prst="flowChartDecis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96" name="CuadroTexto 195"/>
          <p:cNvSpPr txBox="1"/>
          <p:nvPr/>
        </p:nvSpPr>
        <p:spPr>
          <a:xfrm>
            <a:off x="16520263" y="8474075"/>
            <a:ext cx="22185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400" b="1" dirty="0" smtClean="0">
                <a:solidFill>
                  <a:srgbClr val="002060"/>
                </a:solidFill>
              </a:rPr>
              <a:t>¿Cliente es Localizado?</a:t>
            </a:r>
            <a:endParaRPr lang="es-CL" sz="1400" b="1" dirty="0">
              <a:solidFill>
                <a:srgbClr val="002060"/>
              </a:solidFill>
            </a:endParaRPr>
          </a:p>
        </p:txBody>
      </p:sp>
      <p:cxnSp>
        <p:nvCxnSpPr>
          <p:cNvPr id="204" name="Conector angular 203"/>
          <p:cNvCxnSpPr>
            <a:stCxn id="189" idx="2"/>
            <a:endCxn id="195" idx="0"/>
          </p:cNvCxnSpPr>
          <p:nvPr/>
        </p:nvCxnSpPr>
        <p:spPr>
          <a:xfrm rot="16200000" flipH="1">
            <a:off x="15925285" y="8430140"/>
            <a:ext cx="380382" cy="11052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Rectángulo redondeado 205"/>
          <p:cNvSpPr/>
          <p:nvPr/>
        </p:nvSpPr>
        <p:spPr>
          <a:xfrm>
            <a:off x="18084321" y="7217075"/>
            <a:ext cx="1752844" cy="102641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Registrar </a:t>
            </a:r>
          </a:p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Cliente No localizado</a:t>
            </a:r>
          </a:p>
        </p:txBody>
      </p:sp>
      <p:cxnSp>
        <p:nvCxnSpPr>
          <p:cNvPr id="208" name="Conector angular 207"/>
          <p:cNvCxnSpPr>
            <a:stCxn id="195" idx="3"/>
            <a:endCxn id="206" idx="2"/>
          </p:cNvCxnSpPr>
          <p:nvPr/>
        </p:nvCxnSpPr>
        <p:spPr>
          <a:xfrm flipV="1">
            <a:off x="16474954" y="8243485"/>
            <a:ext cx="2485789" cy="826122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Rectángulo redondeado 217"/>
          <p:cNvSpPr/>
          <p:nvPr/>
        </p:nvSpPr>
        <p:spPr>
          <a:xfrm>
            <a:off x="18052806" y="5816770"/>
            <a:ext cx="1752844" cy="102641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Retornar</a:t>
            </a:r>
          </a:p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Producto a Bodega</a:t>
            </a:r>
          </a:p>
        </p:txBody>
      </p:sp>
      <p:cxnSp>
        <p:nvCxnSpPr>
          <p:cNvPr id="220" name="Conector angular 219"/>
          <p:cNvCxnSpPr>
            <a:stCxn id="218" idx="1"/>
            <a:endCxn id="157" idx="3"/>
          </p:cNvCxnSpPr>
          <p:nvPr/>
        </p:nvCxnSpPr>
        <p:spPr>
          <a:xfrm rot="10800000" flipV="1">
            <a:off x="4653740" y="6329974"/>
            <a:ext cx="13399066" cy="17709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Conector angular 240"/>
          <p:cNvCxnSpPr>
            <a:stCxn id="195" idx="1"/>
            <a:endCxn id="96" idx="3"/>
          </p:cNvCxnSpPr>
          <p:nvPr/>
        </p:nvCxnSpPr>
        <p:spPr>
          <a:xfrm rot="10800000">
            <a:off x="2171583" y="8949857"/>
            <a:ext cx="13595466" cy="11975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Rectángulo redondeado 246"/>
          <p:cNvSpPr/>
          <p:nvPr/>
        </p:nvSpPr>
        <p:spPr>
          <a:xfrm>
            <a:off x="15309850" y="9636677"/>
            <a:ext cx="1800000" cy="648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Entregar</a:t>
            </a:r>
          </a:p>
          <a:p>
            <a:pPr algn="ctr"/>
            <a:r>
              <a:rPr lang="es-CL" sz="2000" dirty="0" smtClean="0">
                <a:solidFill>
                  <a:srgbClr val="002060"/>
                </a:solidFill>
              </a:rPr>
              <a:t>Productos</a:t>
            </a:r>
          </a:p>
        </p:txBody>
      </p:sp>
      <p:cxnSp>
        <p:nvCxnSpPr>
          <p:cNvPr id="249" name="Conector angular 248"/>
          <p:cNvCxnSpPr>
            <a:stCxn id="97" idx="3"/>
            <a:endCxn id="247" idx="1"/>
          </p:cNvCxnSpPr>
          <p:nvPr/>
        </p:nvCxnSpPr>
        <p:spPr>
          <a:xfrm flipV="1">
            <a:off x="2171583" y="9960677"/>
            <a:ext cx="13138267" cy="7113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3" name="Grupo 252"/>
          <p:cNvGrpSpPr/>
          <p:nvPr/>
        </p:nvGrpSpPr>
        <p:grpSpPr>
          <a:xfrm>
            <a:off x="18414850" y="9643790"/>
            <a:ext cx="648000" cy="648000"/>
            <a:chOff x="-972000" y="6588000"/>
            <a:chExt cx="648000" cy="648000"/>
          </a:xfrm>
        </p:grpSpPr>
        <p:sp>
          <p:nvSpPr>
            <p:cNvPr id="251" name="Elipse 250"/>
            <p:cNvSpPr/>
            <p:nvPr/>
          </p:nvSpPr>
          <p:spPr>
            <a:xfrm>
              <a:off x="-972000" y="6588000"/>
              <a:ext cx="648000" cy="648000"/>
            </a:xfrm>
            <a:prstGeom prst="ellipse">
              <a:avLst/>
            </a:prstGeom>
            <a:no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52" name="Elipse 251"/>
            <p:cNvSpPr/>
            <p:nvPr/>
          </p:nvSpPr>
          <p:spPr>
            <a:xfrm>
              <a:off x="-920750" y="6638675"/>
              <a:ext cx="540000" cy="540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cxnSp>
        <p:nvCxnSpPr>
          <p:cNvPr id="255" name="Conector angular 254"/>
          <p:cNvCxnSpPr>
            <a:stCxn id="247" idx="3"/>
            <a:endCxn id="251" idx="2"/>
          </p:cNvCxnSpPr>
          <p:nvPr/>
        </p:nvCxnSpPr>
        <p:spPr>
          <a:xfrm>
            <a:off x="17109850" y="9960677"/>
            <a:ext cx="1305000" cy="7113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Conector angular 320"/>
          <p:cNvCxnSpPr>
            <a:stCxn id="127" idx="1"/>
            <a:endCxn id="112" idx="3"/>
          </p:cNvCxnSpPr>
          <p:nvPr/>
        </p:nvCxnSpPr>
        <p:spPr>
          <a:xfrm rot="10800000">
            <a:off x="5396650" y="5330367"/>
            <a:ext cx="4198200" cy="566709"/>
          </a:xfrm>
          <a:prstGeom prst="bentConnector3">
            <a:avLst>
              <a:gd name="adj1" fmla="val 91269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3" name="CuadroTexto 322"/>
          <p:cNvSpPr txBox="1"/>
          <p:nvPr/>
        </p:nvSpPr>
        <p:spPr>
          <a:xfrm>
            <a:off x="16448941" y="9061500"/>
            <a:ext cx="4235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1400" b="1" dirty="0" smtClean="0">
                <a:solidFill>
                  <a:srgbClr val="002060"/>
                </a:solidFill>
              </a:rPr>
              <a:t>No</a:t>
            </a:r>
            <a:endParaRPr lang="es-CL" sz="1400" b="1" dirty="0">
              <a:solidFill>
                <a:srgbClr val="002060"/>
              </a:solidFill>
            </a:endParaRPr>
          </a:p>
        </p:txBody>
      </p:sp>
      <p:sp>
        <p:nvSpPr>
          <p:cNvPr id="324" name="CuadroTexto 323"/>
          <p:cNvSpPr txBox="1"/>
          <p:nvPr/>
        </p:nvSpPr>
        <p:spPr>
          <a:xfrm>
            <a:off x="15336265" y="8702675"/>
            <a:ext cx="3545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1400" b="1" dirty="0" smtClean="0">
                <a:solidFill>
                  <a:srgbClr val="002060"/>
                </a:solidFill>
              </a:rPr>
              <a:t>Sí</a:t>
            </a:r>
            <a:endParaRPr lang="es-CL" sz="1400" b="1" dirty="0">
              <a:solidFill>
                <a:srgbClr val="002060"/>
              </a:solidFill>
            </a:endParaRPr>
          </a:p>
        </p:txBody>
      </p:sp>
      <p:grpSp>
        <p:nvGrpSpPr>
          <p:cNvPr id="335" name="Grupo 334"/>
          <p:cNvGrpSpPr/>
          <p:nvPr/>
        </p:nvGrpSpPr>
        <p:grpSpPr>
          <a:xfrm>
            <a:off x="16230118" y="1180736"/>
            <a:ext cx="2060875" cy="2800892"/>
            <a:chOff x="9696925" y="7159785"/>
            <a:chExt cx="2060875" cy="2800892"/>
          </a:xfrm>
        </p:grpSpPr>
        <p:sp>
          <p:nvSpPr>
            <p:cNvPr id="326" name="Rectángulo 325"/>
            <p:cNvSpPr/>
            <p:nvPr/>
          </p:nvSpPr>
          <p:spPr>
            <a:xfrm>
              <a:off x="9696925" y="7834109"/>
              <a:ext cx="2058850" cy="2126568"/>
            </a:xfrm>
            <a:prstGeom prst="rect">
              <a:avLst/>
            </a:prstGeom>
            <a:noFill/>
            <a:ln w="571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327" name="Rectángulo 326"/>
            <p:cNvSpPr/>
            <p:nvPr/>
          </p:nvSpPr>
          <p:spPr>
            <a:xfrm>
              <a:off x="9698950" y="7159785"/>
              <a:ext cx="2058850" cy="623243"/>
            </a:xfrm>
            <a:prstGeom prst="rect">
              <a:avLst/>
            </a:prstGeom>
            <a:solidFill>
              <a:srgbClr val="00B050"/>
            </a:solidFill>
            <a:ln w="571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b="1" dirty="0" smtClean="0">
                  <a:solidFill>
                    <a:srgbClr val="002060"/>
                  </a:solidFill>
                </a:rPr>
                <a:t>ORDEN COMPRA</a:t>
              </a:r>
              <a:endParaRPr lang="es-CL" b="1" dirty="0">
                <a:solidFill>
                  <a:srgbClr val="002060"/>
                </a:solidFill>
              </a:endParaRPr>
            </a:p>
          </p:txBody>
        </p:sp>
      </p:grpSp>
      <p:sp>
        <p:nvSpPr>
          <p:cNvPr id="73" name="Rectángulo 72"/>
          <p:cNvSpPr/>
          <p:nvPr/>
        </p:nvSpPr>
        <p:spPr>
          <a:xfrm>
            <a:off x="181725" y="6279745"/>
            <a:ext cx="2058850" cy="623243"/>
          </a:xfrm>
          <a:prstGeom prst="rect">
            <a:avLst/>
          </a:prstGeom>
          <a:solidFill>
            <a:srgbClr val="00B050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 smtClean="0">
                <a:solidFill>
                  <a:srgbClr val="002060"/>
                </a:solidFill>
              </a:rPr>
              <a:t>ORDEN COMPRA</a:t>
            </a:r>
          </a:p>
          <a:p>
            <a:pPr algn="ctr"/>
            <a:r>
              <a:rPr lang="es-CL" b="1" dirty="0" smtClean="0">
                <a:solidFill>
                  <a:srgbClr val="002060"/>
                </a:solidFill>
              </a:rPr>
              <a:t>REGISTRADA</a:t>
            </a:r>
            <a:endParaRPr lang="es-CL" b="1" dirty="0">
              <a:solidFill>
                <a:srgbClr val="002060"/>
              </a:solidFill>
            </a:endParaRPr>
          </a:p>
        </p:txBody>
      </p:sp>
      <p:sp>
        <p:nvSpPr>
          <p:cNvPr id="74" name="Rectángulo 73"/>
          <p:cNvSpPr/>
          <p:nvPr/>
        </p:nvSpPr>
        <p:spPr>
          <a:xfrm>
            <a:off x="2769388" y="7410935"/>
            <a:ext cx="2058850" cy="623243"/>
          </a:xfrm>
          <a:prstGeom prst="rect">
            <a:avLst/>
          </a:prstGeom>
          <a:solidFill>
            <a:srgbClr val="00B050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 smtClean="0">
                <a:solidFill>
                  <a:srgbClr val="002060"/>
                </a:solidFill>
              </a:rPr>
              <a:t>ORDEN COMPRA</a:t>
            </a:r>
          </a:p>
          <a:p>
            <a:pPr algn="ctr"/>
            <a:r>
              <a:rPr lang="es-CL" b="1" dirty="0" smtClean="0">
                <a:solidFill>
                  <a:srgbClr val="002060"/>
                </a:solidFill>
              </a:rPr>
              <a:t>DESPACHADA</a:t>
            </a:r>
            <a:endParaRPr lang="es-CL" b="1" dirty="0">
              <a:solidFill>
                <a:srgbClr val="002060"/>
              </a:solidFill>
            </a:endParaRPr>
          </a:p>
        </p:txBody>
      </p:sp>
      <p:sp>
        <p:nvSpPr>
          <p:cNvPr id="76" name="Rectángulo 75"/>
          <p:cNvSpPr/>
          <p:nvPr/>
        </p:nvSpPr>
        <p:spPr>
          <a:xfrm>
            <a:off x="9676919" y="2559155"/>
            <a:ext cx="2058850" cy="969042"/>
          </a:xfrm>
          <a:prstGeom prst="rect">
            <a:avLst/>
          </a:prstGeom>
          <a:solidFill>
            <a:srgbClr val="00B050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 smtClean="0">
                <a:solidFill>
                  <a:srgbClr val="002060"/>
                </a:solidFill>
              </a:rPr>
              <a:t>ORDEN COMPRA</a:t>
            </a:r>
          </a:p>
          <a:p>
            <a:pPr algn="ctr"/>
            <a:r>
              <a:rPr lang="es-CL" b="1" dirty="0" smtClean="0">
                <a:solidFill>
                  <a:srgbClr val="002060"/>
                </a:solidFill>
              </a:rPr>
              <a:t>PENDIENTE DESPACHO</a:t>
            </a:r>
            <a:endParaRPr lang="es-CL" b="1" dirty="0">
              <a:solidFill>
                <a:srgbClr val="002060"/>
              </a:solidFill>
            </a:endParaRPr>
          </a:p>
        </p:txBody>
      </p:sp>
      <p:sp>
        <p:nvSpPr>
          <p:cNvPr id="77" name="Rectángulo 76"/>
          <p:cNvSpPr/>
          <p:nvPr/>
        </p:nvSpPr>
        <p:spPr>
          <a:xfrm>
            <a:off x="12766027" y="7637405"/>
            <a:ext cx="2058850" cy="969042"/>
          </a:xfrm>
          <a:prstGeom prst="rect">
            <a:avLst/>
          </a:prstGeom>
          <a:solidFill>
            <a:srgbClr val="00B050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 smtClean="0">
                <a:solidFill>
                  <a:srgbClr val="002060"/>
                </a:solidFill>
              </a:rPr>
              <a:t>ORDEN COMPRA</a:t>
            </a:r>
          </a:p>
          <a:p>
            <a:pPr algn="ctr"/>
            <a:r>
              <a:rPr lang="es-CL" b="1" dirty="0" smtClean="0">
                <a:solidFill>
                  <a:srgbClr val="002060"/>
                </a:solidFill>
              </a:rPr>
              <a:t>EN CAMINO</a:t>
            </a:r>
            <a:endParaRPr lang="es-CL" b="1" dirty="0">
              <a:solidFill>
                <a:srgbClr val="002060"/>
              </a:solidFill>
            </a:endParaRPr>
          </a:p>
        </p:txBody>
      </p:sp>
      <p:sp>
        <p:nvSpPr>
          <p:cNvPr id="79" name="Rectángulo 78"/>
          <p:cNvSpPr/>
          <p:nvPr/>
        </p:nvSpPr>
        <p:spPr>
          <a:xfrm>
            <a:off x="12640675" y="9493244"/>
            <a:ext cx="2058850" cy="969042"/>
          </a:xfrm>
          <a:prstGeom prst="rect">
            <a:avLst/>
          </a:prstGeom>
          <a:solidFill>
            <a:srgbClr val="00B050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 smtClean="0">
                <a:solidFill>
                  <a:srgbClr val="002060"/>
                </a:solidFill>
              </a:rPr>
              <a:t>ORDEN COMPRA</a:t>
            </a:r>
          </a:p>
          <a:p>
            <a:pPr algn="ctr"/>
            <a:r>
              <a:rPr lang="es-CL" b="1" dirty="0" smtClean="0">
                <a:solidFill>
                  <a:srgbClr val="002060"/>
                </a:solidFill>
              </a:rPr>
              <a:t>ENTREGADA</a:t>
            </a:r>
            <a:endParaRPr lang="es-CL" b="1" dirty="0">
              <a:solidFill>
                <a:srgbClr val="002060"/>
              </a:solidFill>
            </a:endParaRPr>
          </a:p>
        </p:txBody>
      </p:sp>
      <p:sp>
        <p:nvSpPr>
          <p:cNvPr id="81" name="Rectángulo 80"/>
          <p:cNvSpPr/>
          <p:nvPr/>
        </p:nvSpPr>
        <p:spPr>
          <a:xfrm>
            <a:off x="18090557" y="8773443"/>
            <a:ext cx="2058850" cy="969042"/>
          </a:xfrm>
          <a:prstGeom prst="rect">
            <a:avLst/>
          </a:prstGeom>
          <a:solidFill>
            <a:srgbClr val="00B050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 smtClean="0">
                <a:solidFill>
                  <a:srgbClr val="002060"/>
                </a:solidFill>
              </a:rPr>
              <a:t>ORDEN COMPRA</a:t>
            </a:r>
          </a:p>
          <a:p>
            <a:pPr algn="ctr"/>
            <a:r>
              <a:rPr lang="es-CL" b="1" dirty="0" smtClean="0">
                <a:solidFill>
                  <a:srgbClr val="002060"/>
                </a:solidFill>
              </a:rPr>
              <a:t>REGRESA BODEGA</a:t>
            </a:r>
            <a:endParaRPr lang="es-CL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6611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4" grpId="0" animBg="1"/>
      <p:bldP spid="76" grpId="0" animBg="1"/>
      <p:bldP spid="77" grpId="0" animBg="1"/>
      <p:bldP spid="79" grpId="0" animBg="1"/>
      <p:bldP spid="8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0894FDA-7AA7-6141-7BD6-F075D9EE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784830"/>
          </a:xfrm>
        </p:spPr>
        <p:txBody>
          <a:bodyPr/>
          <a:lstStyle/>
          <a:p>
            <a:r>
              <a:rPr lang="es-CL" sz="5100" dirty="0" smtClean="0"/>
              <a:t>Diagrama de Estados</a:t>
            </a:r>
            <a:endParaRPr lang="es-CL" sz="5100" dirty="0"/>
          </a:p>
        </p:txBody>
      </p:sp>
      <p:pic>
        <p:nvPicPr>
          <p:cNvPr id="3" name="Picture 2" descr="Lenguaje unificado de modelado - Wikipedia, la enciclopedia lib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113" y="9379607"/>
            <a:ext cx="2633537" cy="1917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50" y="1718954"/>
            <a:ext cx="9395740" cy="7440921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9676" y="2378075"/>
            <a:ext cx="9987936" cy="8644046"/>
          </a:xfrm>
          <a:prstGeom prst="rect">
            <a:avLst/>
          </a:prstGeom>
        </p:spPr>
      </p:pic>
      <p:sp>
        <p:nvSpPr>
          <p:cNvPr id="8" name="Elipse 7"/>
          <p:cNvSpPr/>
          <p:nvPr/>
        </p:nvSpPr>
        <p:spPr>
          <a:xfrm>
            <a:off x="3041650" y="9159875"/>
            <a:ext cx="914400" cy="91440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5400" dirty="0" smtClean="0"/>
              <a:t>1</a:t>
            </a:r>
            <a:endParaRPr lang="es-CL" sz="5400" dirty="0"/>
          </a:p>
        </p:txBody>
      </p:sp>
      <p:sp>
        <p:nvSpPr>
          <p:cNvPr id="16" name="Elipse 15"/>
          <p:cNvSpPr/>
          <p:nvPr/>
        </p:nvSpPr>
        <p:spPr>
          <a:xfrm>
            <a:off x="11957050" y="1151989"/>
            <a:ext cx="914400" cy="91440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5400" dirty="0" smtClean="0"/>
              <a:t>1</a:t>
            </a:r>
            <a:endParaRPr lang="es-CL" sz="5400" dirty="0"/>
          </a:p>
        </p:txBody>
      </p:sp>
    </p:spTree>
    <p:extLst>
      <p:ext uri="{BB962C8B-B14F-4D97-AF65-F5344CB8AC3E}">
        <p14:creationId xmlns:p14="http://schemas.microsoft.com/office/powerpoint/2010/main" val="529946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F01744-6974-C3B1-093D-C1580E22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0894FDA-7AA7-6141-7BD6-F075D9EE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784830"/>
          </a:xfrm>
        </p:spPr>
        <p:txBody>
          <a:bodyPr/>
          <a:lstStyle/>
          <a:p>
            <a:r>
              <a:rPr lang="es-CL" sz="5100" dirty="0" smtClean="0"/>
              <a:t>Videos: Complementar Estudios</a:t>
            </a:r>
            <a:endParaRPr lang="es-CL" sz="5100" dirty="0"/>
          </a:p>
        </p:txBody>
      </p:sp>
      <p:pic>
        <p:nvPicPr>
          <p:cNvPr id="3" name="Picture 2" descr="Lenguaje unificado de modelado - Wikipedia, la enciclopedia lib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113" y="9379607"/>
            <a:ext cx="2633537" cy="1917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/>
          <p:cNvSpPr/>
          <p:nvPr/>
        </p:nvSpPr>
        <p:spPr>
          <a:xfrm>
            <a:off x="2461795" y="2811869"/>
            <a:ext cx="15284954" cy="50783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sz="5400" dirty="0" smtClean="0"/>
              <a:t>Parte 1:</a:t>
            </a:r>
          </a:p>
          <a:p>
            <a:r>
              <a:rPr lang="es-CL" sz="5400" dirty="0" smtClean="0">
                <a:hlinkClick r:id="rId3"/>
              </a:rPr>
              <a:t>https://www.youtube.com/watch?v=pIDjaNLh9Vw</a:t>
            </a:r>
            <a:endParaRPr lang="es-CL" sz="5400" dirty="0" smtClean="0"/>
          </a:p>
          <a:p>
            <a:endParaRPr lang="es-MX" sz="5400" dirty="0"/>
          </a:p>
          <a:p>
            <a:r>
              <a:rPr lang="es-MX" sz="5400" dirty="0" smtClean="0"/>
              <a:t>Parte 2:</a:t>
            </a:r>
          </a:p>
          <a:p>
            <a:r>
              <a:rPr lang="es-CL" sz="5400" dirty="0" smtClean="0">
                <a:hlinkClick r:id="rId4"/>
              </a:rPr>
              <a:t>https://www.youtube.com/watch?v=c1Kfbl0KI1Q</a:t>
            </a:r>
            <a:endParaRPr lang="es-CL" sz="5400" dirty="0" smtClean="0"/>
          </a:p>
          <a:p>
            <a:endParaRPr lang="es-CL" sz="5400" dirty="0"/>
          </a:p>
        </p:txBody>
      </p:sp>
    </p:spTree>
    <p:extLst>
      <p:ext uri="{BB962C8B-B14F-4D97-AF65-F5344CB8AC3E}">
        <p14:creationId xmlns:p14="http://schemas.microsoft.com/office/powerpoint/2010/main" val="3039577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E9A3AE23414AD41A4F4D6368514CED2" ma:contentTypeVersion="13" ma:contentTypeDescription="Crear nuevo documento." ma:contentTypeScope="" ma:versionID="e5b9210409080ab1878d310b63a91de2">
  <xsd:schema xmlns:xsd="http://www.w3.org/2001/XMLSchema" xmlns:xs="http://www.w3.org/2001/XMLSchema" xmlns:p="http://schemas.microsoft.com/office/2006/metadata/properties" xmlns:ns2="dbb86751-ad4c-49ff-a33d-b7314027950b" xmlns:ns3="4215e297-5d6e-42b1-b795-55976a17412c" targetNamespace="http://schemas.microsoft.com/office/2006/metadata/properties" ma:root="true" ma:fieldsID="13f1ec48c0d2d83b68390b1e0be9568b" ns2:_="" ns3:_="">
    <xsd:import namespace="dbb86751-ad4c-49ff-a33d-b7314027950b"/>
    <xsd:import namespace="4215e297-5d6e-42b1-b795-55976a1741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b86751-ad4c-49ff-a33d-b731402795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e2f773bf-f00b-42a6-8b07-050935be22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15e297-5d6e-42b1-b795-55976a17412c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f8d5977e-d2ec-4115-827c-1393f5edec4a}" ma:internalName="TaxCatchAll" ma:showField="CatchAllData" ma:web="4215e297-5d6e-42b1-b795-55976a1741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bb86751-ad4c-49ff-a33d-b7314027950b">
      <Terms xmlns="http://schemas.microsoft.com/office/infopath/2007/PartnerControls"/>
    </lcf76f155ced4ddcb4097134ff3c332f>
    <TaxCatchAll xmlns="4215e297-5d6e-42b1-b795-55976a17412c" xsi:nil="true"/>
  </documentManagement>
</p:properties>
</file>

<file path=customXml/itemProps1.xml><?xml version="1.0" encoding="utf-8"?>
<ds:datastoreItem xmlns:ds="http://schemas.openxmlformats.org/officeDocument/2006/customXml" ds:itemID="{64C43652-73DC-4C77-8E79-F06010C18C3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BBF0A18-574F-4CFD-981D-5882D69445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b86751-ad4c-49ff-a33d-b7314027950b"/>
    <ds:schemaRef ds:uri="4215e297-5d6e-42b1-b795-55976a1741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D821600-D61B-433B-B6F8-A294D9BC75DD}">
  <ds:schemaRefs>
    <ds:schemaRef ds:uri="http://schemas.microsoft.com/office/2006/metadata/properties"/>
    <ds:schemaRef ds:uri="http://schemas.microsoft.com/office/infopath/2007/PartnerControls"/>
    <ds:schemaRef ds:uri="dbb86751-ad4c-49ff-a33d-b7314027950b"/>
    <ds:schemaRef ds:uri="4215e297-5d6e-42b1-b795-55976a17412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8592</TotalTime>
  <Words>376</Words>
  <Application>Microsoft Office PowerPoint</Application>
  <PresentationFormat>Personalizado</PresentationFormat>
  <Paragraphs>476</Paragraphs>
  <Slides>13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Calibri</vt:lpstr>
      <vt:lpstr>Office Theme</vt:lpstr>
      <vt:lpstr>MPY1101 Clase: DIAGRAMA DE ESTADOS</vt:lpstr>
      <vt:lpstr> ¿Qué similitudes existen?</vt:lpstr>
      <vt:lpstr>¿Qué representa un Diagrama de Estados?</vt:lpstr>
      <vt:lpstr>¿Qué representa un Diagrama de Estados?</vt:lpstr>
      <vt:lpstr>Permite responder a las siguientes interrogantes</vt:lpstr>
      <vt:lpstr>¿Cuáles son los Diagramas de Pre-Requisitos?</vt:lpstr>
      <vt:lpstr>¿Cuál es la estructura de un Diagrama de actividades?</vt:lpstr>
      <vt:lpstr>Elementos de un Diagrama de Estado</vt:lpstr>
      <vt:lpstr>Presentación de PowerPoint</vt:lpstr>
      <vt:lpstr>Presentación de PowerPoint</vt:lpstr>
      <vt:lpstr>Presentación de PowerPoint</vt:lpstr>
      <vt:lpstr>Diagrama de Estados</vt:lpstr>
      <vt:lpstr>Videos: Complementar Estudios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</dc:title>
  <dc:creator>Daniela Taito R.</dc:creator>
  <cp:lastModifiedBy>Claudia Alejandra</cp:lastModifiedBy>
  <cp:revision>452</cp:revision>
  <dcterms:created xsi:type="dcterms:W3CDTF">2022-07-20T19:15:37Z</dcterms:created>
  <dcterms:modified xsi:type="dcterms:W3CDTF">2026-06-03T14:24:52Z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2022-07-20T00:00:00Z</vt:filetime>
  </property>
  <property fmtid="{D5CDD505-2E9C-101B-9397-08002B2CF9AE}" pid="3" name="Creator">
    <vt:lpwstr>Adobe Illustrator 26.3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2022-07-20T00:00:00Z</vt:filetime>
  </property>
  <property fmtid="{D5CDD505-2E9C-101B-9397-08002B2CF9AE}" pid="6" name="Producer">
    <vt:lpwstr>Adobe PDF library 15.00</vt:lpwstr>
  </property>
  <property fmtid="{D5CDD505-2E9C-101B-9397-08002B2CF9AE}" pid="7" name="ContentTypeId">
    <vt:lpwstr>0x0101004E9A3AE23414AD41A4F4D6368514CED2</vt:lpwstr>
  </property>
</Properties>
</file>