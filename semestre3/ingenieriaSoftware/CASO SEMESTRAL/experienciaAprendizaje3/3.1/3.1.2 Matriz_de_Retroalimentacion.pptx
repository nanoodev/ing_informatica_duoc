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9F66-8871-4321-B623-C42FA500C76B}" type="datetimeFigureOut">
              <a:rPr lang="es-CL" smtClean="0"/>
              <a:t>26-06-2024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171A-D270-4597-8E82-FC1E92FAB0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508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9F66-8871-4321-B623-C42FA500C76B}" type="datetimeFigureOut">
              <a:rPr lang="es-CL" smtClean="0"/>
              <a:t>26-06-2024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171A-D270-4597-8E82-FC1E92FAB0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467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9F66-8871-4321-B623-C42FA500C76B}" type="datetimeFigureOut">
              <a:rPr lang="es-CL" smtClean="0"/>
              <a:t>26-06-2024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171A-D270-4597-8E82-FC1E92FAB0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5844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9F66-8871-4321-B623-C42FA500C76B}" type="datetimeFigureOut">
              <a:rPr lang="es-CL" smtClean="0"/>
              <a:t>26-06-2024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171A-D270-4597-8E82-FC1E92FAB0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0551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9F66-8871-4321-B623-C42FA500C76B}" type="datetimeFigureOut">
              <a:rPr lang="es-CL" smtClean="0"/>
              <a:t>26-06-2024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171A-D270-4597-8E82-FC1E92FAB0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9310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9F66-8871-4321-B623-C42FA500C76B}" type="datetimeFigureOut">
              <a:rPr lang="es-CL" smtClean="0"/>
              <a:t>26-06-2024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171A-D270-4597-8E82-FC1E92FAB0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232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9F66-8871-4321-B623-C42FA500C76B}" type="datetimeFigureOut">
              <a:rPr lang="es-CL" smtClean="0"/>
              <a:t>26-06-2024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171A-D270-4597-8E82-FC1E92FAB0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118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9F66-8871-4321-B623-C42FA500C76B}" type="datetimeFigureOut">
              <a:rPr lang="es-CL" smtClean="0"/>
              <a:t>26-06-2024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171A-D270-4597-8E82-FC1E92FAB0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7196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9F66-8871-4321-B623-C42FA500C76B}" type="datetimeFigureOut">
              <a:rPr lang="es-CL" smtClean="0"/>
              <a:t>26-06-2024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171A-D270-4597-8E82-FC1E92FAB0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0563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9F66-8871-4321-B623-C42FA500C76B}" type="datetimeFigureOut">
              <a:rPr lang="es-CL" smtClean="0"/>
              <a:t>26-06-2024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171A-D270-4597-8E82-FC1E92FAB0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045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19F66-8871-4321-B623-C42FA500C76B}" type="datetimeFigureOut">
              <a:rPr lang="es-CL" smtClean="0"/>
              <a:t>26-06-2024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171A-D270-4597-8E82-FC1E92FAB0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5394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9F66-8871-4321-B623-C42FA500C76B}" type="datetimeFigureOut">
              <a:rPr lang="es-CL" smtClean="0"/>
              <a:t>26-06-2024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2171A-D270-4597-8E82-FC1E92FAB0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21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D93FBD1-143D-1916-2011-AD983E560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98" y="0"/>
            <a:ext cx="9912264" cy="679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211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395107FFD641345A10C8A5ACACB9D20" ma:contentTypeVersion="13" ma:contentTypeDescription="Crear nuevo documento." ma:contentTypeScope="" ma:versionID="7407f70e7181b908656026f379795b2c">
  <xsd:schema xmlns:xsd="http://www.w3.org/2001/XMLSchema" xmlns:xs="http://www.w3.org/2001/XMLSchema" xmlns:p="http://schemas.microsoft.com/office/2006/metadata/properties" xmlns:ns2="e1e7bc46-bed0-459f-9452-a76b1c5b695e" xmlns:ns3="bb8cf7e1-610f-40a0-8f00-126b9d139fde" targetNamespace="http://schemas.microsoft.com/office/2006/metadata/properties" ma:root="true" ma:fieldsID="b29ea8901729e1eaaa4e48e09148c760" ns2:_="" ns3:_="">
    <xsd:import namespace="e1e7bc46-bed0-459f-9452-a76b1c5b695e"/>
    <xsd:import namespace="bb8cf7e1-610f-40a0-8f00-126b9d139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e7bc46-bed0-459f-9452-a76b1c5b69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8cf7e1-610f-40a0-8f00-126b9d139fd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e7bc46-bed0-459f-9452-a76b1c5b695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351FD3-67B5-45D6-BE83-7D392A34B274}"/>
</file>

<file path=customXml/itemProps2.xml><?xml version="1.0" encoding="utf-8"?>
<ds:datastoreItem xmlns:ds="http://schemas.openxmlformats.org/officeDocument/2006/customXml" ds:itemID="{13C3BC62-1B31-4089-ACFB-34F041D2C957}"/>
</file>

<file path=customXml/itemProps3.xml><?xml version="1.0" encoding="utf-8"?>
<ds:datastoreItem xmlns:ds="http://schemas.openxmlformats.org/officeDocument/2006/customXml" ds:itemID="{91AEF477-4C8F-4AF3-A5C6-64B67E91B80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Mauricio Figueroa</dc:creator>
  <cp:lastModifiedBy>Mauricio Figueroa</cp:lastModifiedBy>
  <cp:revision>1</cp:revision>
  <dcterms:created xsi:type="dcterms:W3CDTF">2024-06-26T04:51:46Z</dcterms:created>
  <dcterms:modified xsi:type="dcterms:W3CDTF">2024-06-26T04:52:13Z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0x0101005395107FFD641345A10C8A5ACACB9D20</vt:lpwstr>
  </property>
  <property fmtid="{D5CDD505-2E9C-101B-9397-08002B2CF9AE}" pid="3" name="MediaServiceImageTags">
    <vt:lpwstr/>
  </property>
</Properties>
</file>