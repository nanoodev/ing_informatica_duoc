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61" r:id="rId5"/>
    <p:sldId id="421" r:id="rId6"/>
    <p:sldId id="424" r:id="rId7"/>
    <p:sldId id="441" r:id="rId8"/>
    <p:sldId id="443" r:id="rId9"/>
    <p:sldId id="444" r:id="rId10"/>
    <p:sldId id="446" r:id="rId11"/>
    <p:sldId id="425" r:id="rId12"/>
    <p:sldId id="440" r:id="rId13"/>
    <p:sldId id="449" r:id="rId14"/>
    <p:sldId id="450" r:id="rId15"/>
    <p:sldId id="451" r:id="rId16"/>
    <p:sldId id="448" r:id="rId17"/>
    <p:sldId id="439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4EC4"/>
    <a:srgbClr val="C4D600"/>
    <a:srgbClr val="257CE1"/>
    <a:srgbClr val="C2D501"/>
    <a:srgbClr val="DB0532"/>
    <a:srgbClr val="FF595A"/>
    <a:srgbClr val="D39F17"/>
    <a:srgbClr val="58C0E9"/>
    <a:srgbClr val="DC0031"/>
    <a:srgbClr val="EF7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5DAA1-C761-41F7-A3AA-37A9E35DAD41}" v="89" dt="2025-03-10T16:12:51.2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89316" autoAdjust="0"/>
  </p:normalViewPr>
  <p:slideViewPr>
    <p:cSldViewPr>
      <p:cViewPr varScale="1">
        <p:scale>
          <a:sx n="45" d="100"/>
          <a:sy n="45" d="100"/>
        </p:scale>
        <p:origin x="67" y="14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herrera" userId="e433adfdcf7e8d4e" providerId="LiveId" clId="{74E39A7D-FBA5-42A9-9EEB-18869C00FBF1}"/>
    <pc:docChg chg="undo redo custSel addSld delSld modSld sldOrd">
      <pc:chgData name="alvaro herrera" userId="e433adfdcf7e8d4e" providerId="LiveId" clId="{74E39A7D-FBA5-42A9-9EEB-18869C00FBF1}" dt="2024-08-27T12:33:55.974" v="19944" actId="20577"/>
      <pc:docMkLst>
        <pc:docMk/>
      </pc:docMkLst>
      <pc:sldChg chg="modSp mod">
        <pc:chgData name="alvaro herrera" userId="e433adfdcf7e8d4e" providerId="LiveId" clId="{74E39A7D-FBA5-42A9-9EEB-18869C00FBF1}" dt="2024-08-22T13:56:19.361" v="33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74E39A7D-FBA5-42A9-9EEB-18869C00FBF1}" dt="2024-08-22T14:08:52.421" v="386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74E39A7D-FBA5-42A9-9EEB-18869C00FBF1}" dt="2024-08-22T14:55:00.647" v="2319" actId="20577"/>
        <pc:sldMkLst>
          <pc:docMk/>
          <pc:sldMk cId="3735245215" sldId="327"/>
        </pc:sldMkLst>
      </pc:sldChg>
      <pc:sldChg chg="addSp delSp modSp mod">
        <pc:chgData name="alvaro herrera" userId="e433adfdcf7e8d4e" providerId="LiveId" clId="{74E39A7D-FBA5-42A9-9EEB-18869C00FBF1}" dt="2024-08-27T12:30:17.520" v="19845" actId="20577"/>
        <pc:sldMkLst>
          <pc:docMk/>
          <pc:sldMk cId="3979444189" sldId="337"/>
        </pc:sldMkLst>
      </pc:sldChg>
      <pc:sldChg chg="modSp mod">
        <pc:chgData name="alvaro herrera" userId="e433adfdcf7e8d4e" providerId="LiveId" clId="{74E39A7D-FBA5-42A9-9EEB-18869C00FBF1}" dt="2024-08-22T18:27:49.976" v="12719" actId="20577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74E39A7D-FBA5-42A9-9EEB-18869C00FBF1}" dt="2024-08-22T18:34:09.542" v="12763" actId="113"/>
        <pc:sldMkLst>
          <pc:docMk/>
          <pc:sldMk cId="717399983" sldId="340"/>
        </pc:sldMkLst>
      </pc:sldChg>
      <pc:sldChg chg="del">
        <pc:chgData name="alvaro herrera" userId="e433adfdcf7e8d4e" providerId="LiveId" clId="{74E39A7D-FBA5-42A9-9EEB-18869C00FBF1}" dt="2024-08-22T15:04:03.329" v="2414" actId="47"/>
        <pc:sldMkLst>
          <pc:docMk/>
          <pc:sldMk cId="1067811435" sldId="341"/>
        </pc:sldMkLst>
      </pc:sldChg>
      <pc:sldChg chg="modSp mod">
        <pc:chgData name="alvaro herrera" userId="e433adfdcf7e8d4e" providerId="LiveId" clId="{74E39A7D-FBA5-42A9-9EEB-18869C00FBF1}" dt="2024-08-22T13:56:58.172" v="98" actId="20577"/>
        <pc:sldMkLst>
          <pc:docMk/>
          <pc:sldMk cId="3117571071" sldId="344"/>
        </pc:sldMkLst>
      </pc:sldChg>
      <pc:sldChg chg="modSp mod">
        <pc:chgData name="alvaro herrera" userId="e433adfdcf7e8d4e" providerId="LiveId" clId="{74E39A7D-FBA5-42A9-9EEB-18869C00FBF1}" dt="2024-08-22T15:04:21.253" v="2442" actId="20577"/>
        <pc:sldMkLst>
          <pc:docMk/>
          <pc:sldMk cId="1757146808" sldId="345"/>
        </pc:sldMkLst>
      </pc:sldChg>
      <pc:sldChg chg="modSp del mod">
        <pc:chgData name="alvaro herrera" userId="e433adfdcf7e8d4e" providerId="LiveId" clId="{74E39A7D-FBA5-42A9-9EEB-18869C00FBF1}" dt="2024-08-22T14:08:43.116" v="369" actId="47"/>
        <pc:sldMkLst>
          <pc:docMk/>
          <pc:sldMk cId="4172899324" sldId="346"/>
        </pc:sldMkLst>
      </pc:sldChg>
      <pc:sldChg chg="del">
        <pc:chgData name="alvaro herrera" userId="e433adfdcf7e8d4e" providerId="LiveId" clId="{74E39A7D-FBA5-42A9-9EEB-18869C00FBF1}" dt="2024-08-22T14:54:49.565" v="2294" actId="47"/>
        <pc:sldMkLst>
          <pc:docMk/>
          <pc:sldMk cId="2376927994" sldId="347"/>
        </pc:sldMkLst>
      </pc:sldChg>
      <pc:sldChg chg="del">
        <pc:chgData name="alvaro herrera" userId="e433adfdcf7e8d4e" providerId="LiveId" clId="{74E39A7D-FBA5-42A9-9EEB-18869C00FBF1}" dt="2024-08-22T15:04:09.227" v="2416" actId="47"/>
        <pc:sldMkLst>
          <pc:docMk/>
          <pc:sldMk cId="2394126473" sldId="348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2251897141" sldId="349"/>
        </pc:sldMkLst>
      </pc:sldChg>
      <pc:sldChg chg="del">
        <pc:chgData name="alvaro herrera" userId="e433adfdcf7e8d4e" providerId="LiveId" clId="{74E39A7D-FBA5-42A9-9EEB-18869C00FBF1}" dt="2024-08-22T15:04:07.403" v="2415" actId="47"/>
        <pc:sldMkLst>
          <pc:docMk/>
          <pc:sldMk cId="513067390" sldId="350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3200365366" sldId="351"/>
        </pc:sldMkLst>
      </pc:sldChg>
      <pc:sldChg chg="modSp mod">
        <pc:chgData name="alvaro herrera" userId="e433adfdcf7e8d4e" providerId="LiveId" clId="{74E39A7D-FBA5-42A9-9EEB-18869C00FBF1}" dt="2024-08-22T17:41:10.929" v="9820" actId="20577"/>
        <pc:sldMkLst>
          <pc:docMk/>
          <pc:sldMk cId="1018190952" sldId="352"/>
        </pc:sldMkLst>
      </pc:sldChg>
      <pc:sldChg chg="del">
        <pc:chgData name="alvaro herrera" userId="e433adfdcf7e8d4e" providerId="LiveId" clId="{74E39A7D-FBA5-42A9-9EEB-18869C00FBF1}" dt="2024-08-22T17:57:14.652" v="10889" actId="47"/>
        <pc:sldMkLst>
          <pc:docMk/>
          <pc:sldMk cId="3697977237" sldId="353"/>
        </pc:sldMkLst>
      </pc:sldChg>
      <pc:sldChg chg="del">
        <pc:chgData name="alvaro herrera" userId="e433adfdcf7e8d4e" providerId="LiveId" clId="{74E39A7D-FBA5-42A9-9EEB-18869C00FBF1}" dt="2024-08-22T17:57:16.462" v="10890" actId="47"/>
        <pc:sldMkLst>
          <pc:docMk/>
          <pc:sldMk cId="2044938371" sldId="354"/>
        </pc:sldMkLst>
      </pc:sldChg>
      <pc:sldChg chg="del">
        <pc:chgData name="alvaro herrera" userId="e433adfdcf7e8d4e" providerId="LiveId" clId="{74E39A7D-FBA5-42A9-9EEB-18869C00FBF1}" dt="2024-08-22T17:57:17.917" v="10891" actId="47"/>
        <pc:sldMkLst>
          <pc:docMk/>
          <pc:sldMk cId="3662399843" sldId="355"/>
        </pc:sldMkLst>
      </pc:sldChg>
      <pc:sldChg chg="modSp add mod">
        <pc:chgData name="alvaro herrera" userId="e433adfdcf7e8d4e" providerId="LiveId" clId="{74E39A7D-FBA5-42A9-9EEB-18869C00FBF1}" dt="2024-08-22T18:28:11.080" v="12723" actId="20577"/>
        <pc:sldMkLst>
          <pc:docMk/>
          <pc:sldMk cId="500098683" sldId="356"/>
        </pc:sldMkLst>
      </pc:sldChg>
      <pc:sldChg chg="modSp add mod">
        <pc:chgData name="alvaro herrera" userId="e433adfdcf7e8d4e" providerId="LiveId" clId="{74E39A7D-FBA5-42A9-9EEB-18869C00FBF1}" dt="2024-08-22T18:28:02.440" v="12721" actId="20577"/>
        <pc:sldMkLst>
          <pc:docMk/>
          <pc:sldMk cId="612862089" sldId="357"/>
        </pc:sldMkLst>
      </pc:sldChg>
      <pc:sldChg chg="addSp delSp modSp add mod delAnim modAnim">
        <pc:chgData name="alvaro herrera" userId="e433adfdcf7e8d4e" providerId="LiveId" clId="{74E39A7D-FBA5-42A9-9EEB-18869C00FBF1}" dt="2024-08-26T14:38:01.523" v="13050" actId="1076"/>
        <pc:sldMkLst>
          <pc:docMk/>
          <pc:sldMk cId="3558969295" sldId="358"/>
        </pc:sldMkLst>
      </pc:sldChg>
      <pc:sldChg chg="addSp delSp modSp add mod delAnim modAnim">
        <pc:chgData name="alvaro herrera" userId="e433adfdcf7e8d4e" providerId="LiveId" clId="{74E39A7D-FBA5-42A9-9EEB-18869C00FBF1}" dt="2024-08-27T02:16:46.377" v="16510"/>
        <pc:sldMkLst>
          <pc:docMk/>
          <pc:sldMk cId="660929596" sldId="359"/>
        </pc:sldMkLst>
      </pc:sldChg>
      <pc:sldChg chg="addSp delSp modSp add mod addAnim delAnim modAnim">
        <pc:chgData name="alvaro herrera" userId="e433adfdcf7e8d4e" providerId="LiveId" clId="{74E39A7D-FBA5-42A9-9EEB-18869C00FBF1}" dt="2024-08-27T02:19:53.466" v="16532" actId="1076"/>
        <pc:sldMkLst>
          <pc:docMk/>
          <pc:sldMk cId="2487321172" sldId="360"/>
        </pc:sldMkLst>
      </pc:sldChg>
      <pc:sldChg chg="addSp delSp modSp add del mod delAnim">
        <pc:chgData name="alvaro herrera" userId="e433adfdcf7e8d4e" providerId="LiveId" clId="{74E39A7D-FBA5-42A9-9EEB-18869C00FBF1}" dt="2024-08-22T16:45:37.631" v="5576" actId="47"/>
        <pc:sldMkLst>
          <pc:docMk/>
          <pc:sldMk cId="1221046526" sldId="361"/>
        </pc:sldMkLst>
      </pc:sldChg>
      <pc:sldChg chg="addSp delSp modSp add mod delAnim modAnim">
        <pc:chgData name="alvaro herrera" userId="e433adfdcf7e8d4e" providerId="LiveId" clId="{74E39A7D-FBA5-42A9-9EEB-18869C00FBF1}" dt="2024-08-26T17:11:23.772" v="13566" actId="1036"/>
        <pc:sldMkLst>
          <pc:docMk/>
          <pc:sldMk cId="195899456" sldId="362"/>
        </pc:sldMkLst>
      </pc:sldChg>
      <pc:sldChg chg="addSp delSp modSp add mod delAnim modAnim">
        <pc:chgData name="alvaro herrera" userId="e433adfdcf7e8d4e" providerId="LiveId" clId="{74E39A7D-FBA5-42A9-9EEB-18869C00FBF1}" dt="2024-08-26T17:20:14.527" v="13819"/>
        <pc:sldMkLst>
          <pc:docMk/>
          <pc:sldMk cId="1947316694" sldId="363"/>
        </pc:sldMkLst>
      </pc:sldChg>
      <pc:sldChg chg="addSp modSp add del mod modAnim">
        <pc:chgData name="alvaro herrera" userId="e433adfdcf7e8d4e" providerId="LiveId" clId="{74E39A7D-FBA5-42A9-9EEB-18869C00FBF1}" dt="2024-08-26T17:21:20.990" v="13820" actId="47"/>
        <pc:sldMkLst>
          <pc:docMk/>
          <pc:sldMk cId="3882908139" sldId="364"/>
        </pc:sldMkLst>
      </pc:sldChg>
      <pc:sldChg chg="addSp delSp modSp add del mod delAnim modAnim">
        <pc:chgData name="alvaro herrera" userId="e433adfdcf7e8d4e" providerId="LiveId" clId="{74E39A7D-FBA5-42A9-9EEB-18869C00FBF1}" dt="2024-08-26T17:30:44.140" v="14342" actId="47"/>
        <pc:sldMkLst>
          <pc:docMk/>
          <pc:sldMk cId="2424216970" sldId="365"/>
        </pc:sldMkLst>
      </pc:sldChg>
      <pc:sldChg chg="addSp delSp modSp add mod delAnim modAnim">
        <pc:chgData name="alvaro herrera" userId="e433adfdcf7e8d4e" providerId="LiveId" clId="{74E39A7D-FBA5-42A9-9EEB-18869C00FBF1}" dt="2024-08-26T17:39:20.917" v="14475" actId="1037"/>
        <pc:sldMkLst>
          <pc:docMk/>
          <pc:sldMk cId="2893399527" sldId="366"/>
        </pc:sldMkLst>
      </pc:sldChg>
      <pc:sldChg chg="modSp add del mod">
        <pc:chgData name="alvaro herrera" userId="e433adfdcf7e8d4e" providerId="LiveId" clId="{74E39A7D-FBA5-42A9-9EEB-18869C00FBF1}" dt="2024-08-22T16:02:24.946" v="4272" actId="47"/>
        <pc:sldMkLst>
          <pc:docMk/>
          <pc:sldMk cId="825260327" sldId="367"/>
        </pc:sldMkLst>
      </pc:sldChg>
      <pc:sldChg chg="addSp modSp add del mod modAnim">
        <pc:chgData name="alvaro herrera" userId="e433adfdcf7e8d4e" providerId="LiveId" clId="{74E39A7D-FBA5-42A9-9EEB-18869C00FBF1}" dt="2024-08-26T21:24:57.074" v="15431" actId="47"/>
        <pc:sldMkLst>
          <pc:docMk/>
          <pc:sldMk cId="3295917131" sldId="368"/>
        </pc:sldMkLst>
      </pc:sldChg>
      <pc:sldChg chg="addSp delSp modSp add del mod delAnim modAnim">
        <pc:chgData name="alvaro herrera" userId="e433adfdcf7e8d4e" providerId="LiveId" clId="{74E39A7D-FBA5-42A9-9EEB-18869C00FBF1}" dt="2024-08-22T16:10:58.966" v="4339" actId="47"/>
        <pc:sldMkLst>
          <pc:docMk/>
          <pc:sldMk cId="2183198617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22:59.840" v="16535" actId="47"/>
        <pc:sldMkLst>
          <pc:docMk/>
          <pc:sldMk cId="2202275173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34:58.156" v="17061" actId="47"/>
        <pc:sldMkLst>
          <pc:docMk/>
          <pc:sldMk cId="4247720347" sldId="370"/>
        </pc:sldMkLst>
      </pc:sldChg>
      <pc:sldChg chg="addSp delSp modSp add del mod delAnim modAnim">
        <pc:chgData name="alvaro herrera" userId="e433adfdcf7e8d4e" providerId="LiveId" clId="{74E39A7D-FBA5-42A9-9EEB-18869C00FBF1}" dt="2024-08-27T02:36:53.672" v="17072" actId="47"/>
        <pc:sldMkLst>
          <pc:docMk/>
          <pc:sldMk cId="3718614157" sldId="371"/>
        </pc:sldMkLst>
      </pc:sldChg>
      <pc:sldChg chg="addSp delSp modSp add del mod delAnim modAnim">
        <pc:chgData name="alvaro herrera" userId="e433adfdcf7e8d4e" providerId="LiveId" clId="{74E39A7D-FBA5-42A9-9EEB-18869C00FBF1}" dt="2024-08-27T02:54:33.122" v="18266" actId="47"/>
        <pc:sldMkLst>
          <pc:docMk/>
          <pc:sldMk cId="2572613093" sldId="372"/>
        </pc:sldMkLst>
      </pc:sldChg>
      <pc:sldChg chg="addSp delSp modSp add del mod delAnim">
        <pc:chgData name="alvaro herrera" userId="e433adfdcf7e8d4e" providerId="LiveId" clId="{74E39A7D-FBA5-42A9-9EEB-18869C00FBF1}" dt="2024-08-27T02:59:19.626" v="18626" actId="47"/>
        <pc:sldMkLst>
          <pc:docMk/>
          <pc:sldMk cId="4206573744" sldId="373"/>
        </pc:sldMkLst>
      </pc:sldChg>
      <pc:sldChg chg="addSp delSp modSp add mod modAnim">
        <pc:chgData name="alvaro herrera" userId="e433adfdcf7e8d4e" providerId="LiveId" clId="{74E39A7D-FBA5-42A9-9EEB-18869C00FBF1}" dt="2024-08-27T03:16:12.252" v="18822" actId="14100"/>
        <pc:sldMkLst>
          <pc:docMk/>
          <pc:sldMk cId="275189471" sldId="374"/>
        </pc:sldMkLst>
      </pc:sldChg>
      <pc:sldChg chg="addSp delSp modSp add del mod ord">
        <pc:chgData name="alvaro herrera" userId="e433adfdcf7e8d4e" providerId="LiveId" clId="{74E39A7D-FBA5-42A9-9EEB-18869C00FBF1}" dt="2024-08-22T18:27:17.117" v="12715" actId="47"/>
        <pc:sldMkLst>
          <pc:docMk/>
          <pc:sldMk cId="960989593" sldId="375"/>
        </pc:sldMkLst>
      </pc:sldChg>
      <pc:sldChg chg="add del">
        <pc:chgData name="alvaro herrera" userId="e433adfdcf7e8d4e" providerId="LiveId" clId="{74E39A7D-FBA5-42A9-9EEB-18869C00FBF1}" dt="2024-08-22T17:44:04.361" v="9880"/>
        <pc:sldMkLst>
          <pc:docMk/>
          <pc:sldMk cId="3638059047" sldId="376"/>
        </pc:sldMkLst>
      </pc:sldChg>
      <pc:sldChg chg="addSp delSp modSp add mod">
        <pc:chgData name="alvaro herrera" userId="e433adfdcf7e8d4e" providerId="LiveId" clId="{74E39A7D-FBA5-42A9-9EEB-18869C00FBF1}" dt="2024-08-27T03:56:47.932" v="19648" actId="255"/>
        <pc:sldMkLst>
          <pc:docMk/>
          <pc:sldMk cId="3851861059" sldId="376"/>
        </pc:sldMkLst>
      </pc:sldChg>
      <pc:sldChg chg="addSp delSp modSp add del mod modAnim">
        <pc:chgData name="alvaro herrera" userId="e433adfdcf7e8d4e" providerId="LiveId" clId="{74E39A7D-FBA5-42A9-9EEB-18869C00FBF1}" dt="2024-08-27T03:09:30.643" v="18702" actId="47"/>
        <pc:sldMkLst>
          <pc:docMk/>
          <pc:sldMk cId="2114138836" sldId="377"/>
        </pc:sldMkLst>
      </pc:sldChg>
      <pc:sldChg chg="addSp delSp modSp add del mod delAnim modAnim">
        <pc:chgData name="alvaro herrera" userId="e433adfdcf7e8d4e" providerId="LiveId" clId="{74E39A7D-FBA5-42A9-9EEB-18869C00FBF1}" dt="2024-08-27T03:50:50.655" v="19505" actId="47"/>
        <pc:sldMkLst>
          <pc:docMk/>
          <pc:sldMk cId="2814731241" sldId="378"/>
        </pc:sldMkLst>
      </pc:sldChg>
      <pc:sldChg chg="addSp delSp modSp add mod addAnim delAnim modAnim">
        <pc:chgData name="alvaro herrera" userId="e433adfdcf7e8d4e" providerId="LiveId" clId="{74E39A7D-FBA5-42A9-9EEB-18869C00FBF1}" dt="2024-08-26T17:20:01.672" v="13817" actId="1037"/>
        <pc:sldMkLst>
          <pc:docMk/>
          <pc:sldMk cId="2246871194" sldId="379"/>
        </pc:sldMkLst>
      </pc:sldChg>
      <pc:sldChg chg="addSp delSp modSp add mod delAnim modAnim">
        <pc:chgData name="alvaro herrera" userId="e433adfdcf7e8d4e" providerId="LiveId" clId="{74E39A7D-FBA5-42A9-9EEB-18869C00FBF1}" dt="2024-08-27T03:10:34.122" v="18705" actId="1037"/>
        <pc:sldMkLst>
          <pc:docMk/>
          <pc:sldMk cId="1874012100" sldId="380"/>
        </pc:sldMkLst>
      </pc:sldChg>
      <pc:sldChg chg="addSp delSp modSp add mod delAnim modAnim">
        <pc:chgData name="alvaro herrera" userId="e433adfdcf7e8d4e" providerId="LiveId" clId="{74E39A7D-FBA5-42A9-9EEB-18869C00FBF1}" dt="2024-08-26T17:45:37.224" v="15021" actId="1037"/>
        <pc:sldMkLst>
          <pc:docMk/>
          <pc:sldMk cId="3313329645" sldId="381"/>
        </pc:sldMkLst>
      </pc:sldChg>
      <pc:sldChg chg="delSp modSp add mod delAnim">
        <pc:chgData name="alvaro herrera" userId="e433adfdcf7e8d4e" providerId="LiveId" clId="{74E39A7D-FBA5-42A9-9EEB-18869C00FBF1}" dt="2024-08-26T18:21:06.287" v="15408" actId="478"/>
        <pc:sldMkLst>
          <pc:docMk/>
          <pc:sldMk cId="273721892" sldId="382"/>
        </pc:sldMkLst>
      </pc:sldChg>
      <pc:sldChg chg="addSp modSp add del mod modAnim">
        <pc:chgData name="alvaro herrera" userId="e433adfdcf7e8d4e" providerId="LiveId" clId="{74E39A7D-FBA5-42A9-9EEB-18869C00FBF1}" dt="2024-08-27T03:08:26.560" v="18695" actId="47"/>
        <pc:sldMkLst>
          <pc:docMk/>
          <pc:sldMk cId="2931540218" sldId="383"/>
        </pc:sldMkLst>
      </pc:sldChg>
      <pc:sldChg chg="addSp delSp modSp add mod modAnim">
        <pc:chgData name="alvaro herrera" userId="e433adfdcf7e8d4e" providerId="LiveId" clId="{74E39A7D-FBA5-42A9-9EEB-18869C00FBF1}" dt="2024-08-27T03:04:26.420" v="18665" actId="1037"/>
        <pc:sldMkLst>
          <pc:docMk/>
          <pc:sldMk cId="504289341" sldId="384"/>
        </pc:sldMkLst>
      </pc:sldChg>
      <pc:sldChg chg="addSp delSp modSp add mod delAnim modAnim">
        <pc:chgData name="alvaro herrera" userId="e433adfdcf7e8d4e" providerId="LiveId" clId="{74E39A7D-FBA5-42A9-9EEB-18869C00FBF1}" dt="2024-08-27T03:04:03.474" v="18656" actId="1076"/>
        <pc:sldMkLst>
          <pc:docMk/>
          <pc:sldMk cId="2501091757" sldId="385"/>
        </pc:sldMkLst>
      </pc:sldChg>
      <pc:sldChg chg="addSp delSp modSp add mod delAnim modAnim">
        <pc:chgData name="alvaro herrera" userId="e433adfdcf7e8d4e" providerId="LiveId" clId="{74E39A7D-FBA5-42A9-9EEB-18869C00FBF1}" dt="2024-08-27T03:04:34.077" v="18666"/>
        <pc:sldMkLst>
          <pc:docMk/>
          <pc:sldMk cId="1809618485" sldId="386"/>
        </pc:sldMkLst>
      </pc:sldChg>
      <pc:sldChg chg="addSp delSp modSp add mod delAnim modAnim">
        <pc:chgData name="alvaro herrera" userId="e433adfdcf7e8d4e" providerId="LiveId" clId="{74E39A7D-FBA5-42A9-9EEB-18869C00FBF1}" dt="2024-08-27T03:04:59.649" v="18670" actId="1076"/>
        <pc:sldMkLst>
          <pc:docMk/>
          <pc:sldMk cId="2888917476" sldId="387"/>
        </pc:sldMkLst>
      </pc:sldChg>
      <pc:sldChg chg="addSp delSp modSp add mod delAnim">
        <pc:chgData name="alvaro herrera" userId="e433adfdcf7e8d4e" providerId="LiveId" clId="{74E39A7D-FBA5-42A9-9EEB-18869C00FBF1}" dt="2024-08-27T03:05:26.892" v="18675" actId="1076"/>
        <pc:sldMkLst>
          <pc:docMk/>
          <pc:sldMk cId="1898182351" sldId="388"/>
        </pc:sldMkLst>
      </pc:sldChg>
      <pc:sldChg chg="addSp delSp modSp add del mod delAnim modAnim">
        <pc:chgData name="alvaro herrera" userId="e433adfdcf7e8d4e" providerId="LiveId" clId="{74E39A7D-FBA5-42A9-9EEB-18869C00FBF1}" dt="2024-08-27T03:10:53.066" v="18706" actId="47"/>
        <pc:sldMkLst>
          <pc:docMk/>
          <pc:sldMk cId="639565339" sldId="389"/>
        </pc:sldMkLst>
      </pc:sldChg>
      <pc:sldChg chg="addSp delSp modSp add mod ord delAnim modAnim">
        <pc:chgData name="alvaro herrera" userId="e433adfdcf7e8d4e" providerId="LiveId" clId="{74E39A7D-FBA5-42A9-9EEB-18869C00FBF1}" dt="2024-08-27T03:17:53.927" v="18831" actId="1037"/>
        <pc:sldMkLst>
          <pc:docMk/>
          <pc:sldMk cId="1233106305" sldId="390"/>
        </pc:sldMkLst>
      </pc:sldChg>
      <pc:sldChg chg="addSp delSp modSp add del mod">
        <pc:chgData name="alvaro herrera" userId="e433adfdcf7e8d4e" providerId="LiveId" clId="{74E39A7D-FBA5-42A9-9EEB-18869C00FBF1}" dt="2024-08-27T03:17:29.133" v="18823" actId="47"/>
        <pc:sldMkLst>
          <pc:docMk/>
          <pc:sldMk cId="309090167" sldId="391"/>
        </pc:sldMkLst>
      </pc:sldChg>
      <pc:sldChg chg="addSp delSp modSp add del mod delAnim modAnim">
        <pc:chgData name="alvaro herrera" userId="e433adfdcf7e8d4e" providerId="LiveId" clId="{74E39A7D-FBA5-42A9-9EEB-18869C00FBF1}" dt="2024-08-27T03:59:18.749" v="19652" actId="47"/>
        <pc:sldMkLst>
          <pc:docMk/>
          <pc:sldMk cId="2459562188" sldId="391"/>
        </pc:sldMkLst>
      </pc:sldChg>
      <pc:sldChg chg="addSp modSp add modAnim">
        <pc:chgData name="alvaro herrera" userId="e433adfdcf7e8d4e" providerId="LiveId" clId="{74E39A7D-FBA5-42A9-9EEB-18869C00FBF1}" dt="2024-08-27T03:59:15.143" v="19651"/>
        <pc:sldMkLst>
          <pc:docMk/>
          <pc:sldMk cId="2044430233" sldId="392"/>
        </pc:sldMkLst>
      </pc:sldChg>
      <pc:sldChg chg="modSp add mod">
        <pc:chgData name="alvaro herrera" userId="e433adfdcf7e8d4e" providerId="LiveId" clId="{74E39A7D-FBA5-42A9-9EEB-18869C00FBF1}" dt="2024-08-27T12:29:50.784" v="19820" actId="6549"/>
        <pc:sldMkLst>
          <pc:docMk/>
          <pc:sldMk cId="668082197" sldId="393"/>
        </pc:sldMkLst>
      </pc:sldChg>
      <pc:sldChg chg="addSp modSp add mod">
        <pc:chgData name="alvaro herrera" userId="e433adfdcf7e8d4e" providerId="LiveId" clId="{74E39A7D-FBA5-42A9-9EEB-18869C00FBF1}" dt="2024-08-27T12:33:55.974" v="19944" actId="20577"/>
        <pc:sldMkLst>
          <pc:docMk/>
          <pc:sldMk cId="3026905170" sldId="394"/>
        </pc:sldMkLst>
      </pc:sldChg>
    </pc:docChg>
  </pc:docChgLst>
  <pc:docChgLst>
    <pc:chgData name="alvaro herrera" userId="e433adfdcf7e8d4e" providerId="LiveId" clId="{30E31715-BA59-4AA1-958D-809757F93970}"/>
    <pc:docChg chg="undo custSel addSld delSld modSld">
      <pc:chgData name="alvaro herrera" userId="e433adfdcf7e8d4e" providerId="LiveId" clId="{30E31715-BA59-4AA1-958D-809757F93970}" dt="2024-11-22T13:59:00.927" v="3814" actId="1035"/>
      <pc:docMkLst>
        <pc:docMk/>
      </pc:docMkLst>
      <pc:sldChg chg="modSp mod">
        <pc:chgData name="alvaro herrera" userId="e433adfdcf7e8d4e" providerId="LiveId" clId="{30E31715-BA59-4AA1-958D-809757F93970}" dt="2024-11-22T12:33:40.282" v="19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30E31715-BA59-4AA1-958D-809757F93970}" dt="2024-11-22T12:55:39.718" v="1641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30E31715-BA59-4AA1-958D-809757F93970}" dt="2024-11-22T13:18:26.760" v="2518" actId="20577"/>
        <pc:sldMkLst>
          <pc:docMk/>
          <pc:sldMk cId="3735245215" sldId="327"/>
        </pc:sldMkLst>
      </pc:sldChg>
      <pc:sldChg chg="modSp mod">
        <pc:chgData name="alvaro herrera" userId="e433adfdcf7e8d4e" providerId="LiveId" clId="{30E31715-BA59-4AA1-958D-809757F93970}" dt="2024-11-22T12:38:19.299" v="294" actId="14100"/>
        <pc:sldMkLst>
          <pc:docMk/>
          <pc:sldMk cId="3979444189" sldId="337"/>
        </pc:sldMkLst>
      </pc:sldChg>
      <pc:sldChg chg="modSp mod">
        <pc:chgData name="alvaro herrera" userId="e433adfdcf7e8d4e" providerId="LiveId" clId="{30E31715-BA59-4AA1-958D-809757F93970}" dt="2024-11-22T12:53:54.778" v="1601" actId="6549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30E31715-BA59-4AA1-958D-809757F93970}" dt="2024-11-22T13:18:49.789" v="2519" actId="6549"/>
        <pc:sldMkLst>
          <pc:docMk/>
          <pc:sldMk cId="717399983" sldId="340"/>
        </pc:sldMkLst>
      </pc:sldChg>
      <pc:sldChg chg="modSp mod">
        <pc:chgData name="alvaro herrera" userId="e433adfdcf7e8d4e" providerId="LiveId" clId="{30E31715-BA59-4AA1-958D-809757F93970}" dt="2024-11-22T12:39:46.589" v="306" actId="6549"/>
        <pc:sldMkLst>
          <pc:docMk/>
          <pc:sldMk cId="3117571071" sldId="344"/>
        </pc:sldMkLst>
      </pc:sldChg>
      <pc:sldChg chg="del">
        <pc:chgData name="alvaro herrera" userId="e433adfdcf7e8d4e" providerId="LiveId" clId="{30E31715-BA59-4AA1-958D-809757F93970}" dt="2024-11-22T12:55:17.912" v="1603" actId="47"/>
        <pc:sldMkLst>
          <pc:docMk/>
          <pc:sldMk cId="500098683" sldId="356"/>
        </pc:sldMkLst>
      </pc:sldChg>
      <pc:sldChg chg="del">
        <pc:chgData name="alvaro herrera" userId="e433adfdcf7e8d4e" providerId="LiveId" clId="{30E31715-BA59-4AA1-958D-809757F93970}" dt="2024-11-22T12:55:00.102" v="1602" actId="47"/>
        <pc:sldMkLst>
          <pc:docMk/>
          <pc:sldMk cId="612862089" sldId="357"/>
        </pc:sldMkLst>
      </pc:sldChg>
      <pc:sldChg chg="del">
        <pc:chgData name="alvaro herrera" userId="e433adfdcf7e8d4e" providerId="LiveId" clId="{30E31715-BA59-4AA1-958D-809757F93970}" dt="2024-11-22T13:17:25.296" v="2466" actId="47"/>
        <pc:sldMkLst>
          <pc:docMk/>
          <pc:sldMk cId="3558969295" sldId="358"/>
        </pc:sldMkLst>
      </pc:sldChg>
      <pc:sldChg chg="addSp delSp modSp mod delAnim modAnim">
        <pc:chgData name="alvaro herrera" userId="e433adfdcf7e8d4e" providerId="LiveId" clId="{30E31715-BA59-4AA1-958D-809757F93970}" dt="2024-11-22T13:35:34.786" v="2746"/>
        <pc:sldMkLst>
          <pc:docMk/>
          <pc:sldMk cId="660929596" sldId="359"/>
        </pc:sldMkLst>
      </pc:sldChg>
      <pc:sldChg chg="addSp delSp modSp add del mod delAnim modAnim">
        <pc:chgData name="alvaro herrera" userId="e433adfdcf7e8d4e" providerId="LiveId" clId="{30E31715-BA59-4AA1-958D-809757F93970}" dt="2024-11-22T13:38:35.020" v="2760" actId="14100"/>
        <pc:sldMkLst>
          <pc:docMk/>
          <pc:sldMk cId="958454969" sldId="395"/>
        </pc:sldMkLst>
      </pc:sldChg>
      <pc:sldChg chg="addSp delSp modSp add mod delAnim">
        <pc:chgData name="alvaro herrera" userId="e433adfdcf7e8d4e" providerId="LiveId" clId="{30E31715-BA59-4AA1-958D-809757F93970}" dt="2024-11-22T13:59:00.927" v="3814" actId="1035"/>
        <pc:sldMkLst>
          <pc:docMk/>
          <pc:sldMk cId="744146210" sldId="396"/>
        </pc:sldMkLst>
      </pc:sldChg>
      <pc:sldChg chg="add del">
        <pc:chgData name="alvaro herrera" userId="e433adfdcf7e8d4e" providerId="LiveId" clId="{30E31715-BA59-4AA1-958D-809757F93970}" dt="2024-11-22T13:41:23.315" v="2765"/>
        <pc:sldMkLst>
          <pc:docMk/>
          <pc:sldMk cId="4140627930" sldId="397"/>
        </pc:sldMkLst>
      </pc:sldChg>
    </pc:docChg>
  </pc:docChgLst>
  <pc:docChgLst>
    <pc:chgData name="alvaro herrera" userId="e433adfdcf7e8d4e" providerId="LiveId" clId="{5BF4B3AE-18D2-4049-9E67-6F48B317AF7F}"/>
    <pc:docChg chg="custSel modSld">
      <pc:chgData name="alvaro herrera" userId="e433adfdcf7e8d4e" providerId="LiveId" clId="{5BF4B3AE-18D2-4049-9E67-6F48B317AF7F}" dt="2025-03-10T01:38:30.687" v="65" actId="478"/>
      <pc:docMkLst>
        <pc:docMk/>
      </pc:docMkLst>
      <pc:sldChg chg="modSp mod">
        <pc:chgData name="alvaro herrera" userId="e433adfdcf7e8d4e" providerId="LiveId" clId="{5BF4B3AE-18D2-4049-9E67-6F48B317AF7F}" dt="2025-03-10T01:37:15.657" v="24" actId="20577"/>
        <pc:sldMkLst>
          <pc:docMk/>
          <pc:sldMk cId="3642932644" sldId="261"/>
        </pc:sldMkLst>
        <pc:spChg chg="mod">
          <ac:chgData name="alvaro herrera" userId="e433adfdcf7e8d4e" providerId="LiveId" clId="{5BF4B3AE-18D2-4049-9E67-6F48B317AF7F}" dt="2025-03-10T01:37:15.657" v="24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5BF4B3AE-18D2-4049-9E67-6F48B317AF7F}" dt="2025-03-10T01:37:24.985" v="32" actId="20577"/>
        <pc:sldMkLst>
          <pc:docMk/>
          <pc:sldMk cId="3979444189" sldId="337"/>
        </pc:sldMkLst>
        <pc:spChg chg="mod">
          <ac:chgData name="alvaro herrera" userId="e433adfdcf7e8d4e" providerId="LiveId" clId="{5BF4B3AE-18D2-4049-9E67-6F48B317AF7F}" dt="2025-03-10T01:37:24.985" v="32" actId="20577"/>
          <ac:spMkLst>
            <pc:docMk/>
            <pc:sldMk cId="3979444189" sldId="337"/>
            <ac:spMk id="21" creationId="{325E44F9-8B81-FD43-8DCF-00283585DD6D}"/>
          </ac:spMkLst>
        </pc:spChg>
      </pc:sldChg>
      <pc:sldChg chg="modSp mod">
        <pc:chgData name="alvaro herrera" userId="e433adfdcf7e8d4e" providerId="LiveId" clId="{5BF4B3AE-18D2-4049-9E67-6F48B317AF7F}" dt="2025-03-10T01:37:57.631" v="48" actId="20577"/>
        <pc:sldMkLst>
          <pc:docMk/>
          <pc:sldMk cId="214962392" sldId="339"/>
        </pc:sldMkLst>
        <pc:spChg chg="mod">
          <ac:chgData name="alvaro herrera" userId="e433adfdcf7e8d4e" providerId="LiveId" clId="{5BF4B3AE-18D2-4049-9E67-6F48B317AF7F}" dt="2025-03-10T01:37:57.631" v="48" actId="20577"/>
          <ac:spMkLst>
            <pc:docMk/>
            <pc:sldMk cId="214962392" sldId="339"/>
            <ac:spMk id="2" creationId="{1F11FCC6-3B49-9D46-8B62-80E94C906F0A}"/>
          </ac:spMkLst>
        </pc:spChg>
      </pc:sldChg>
      <pc:sldChg chg="modSp mod">
        <pc:chgData name="alvaro herrera" userId="e433adfdcf7e8d4e" providerId="LiveId" clId="{5BF4B3AE-18D2-4049-9E67-6F48B317AF7F}" dt="2025-03-10T01:38:14.095" v="64" actId="6549"/>
        <pc:sldMkLst>
          <pc:docMk/>
          <pc:sldMk cId="717399983" sldId="340"/>
        </pc:sldMkLst>
        <pc:spChg chg="mod">
          <ac:chgData name="alvaro herrera" userId="e433adfdcf7e8d4e" providerId="LiveId" clId="{5BF4B3AE-18D2-4049-9E67-6F48B317AF7F}" dt="2025-03-10T01:38:14.095" v="64" actId="6549"/>
          <ac:spMkLst>
            <pc:docMk/>
            <pc:sldMk cId="717399983" sldId="340"/>
            <ac:spMk id="5" creationId="{71384F4C-6D2D-72A3-AB44-3D884038C5CA}"/>
          </ac:spMkLst>
        </pc:spChg>
      </pc:sldChg>
      <pc:sldChg chg="modSp mod">
        <pc:chgData name="alvaro herrera" userId="e433adfdcf7e8d4e" providerId="LiveId" clId="{5BF4B3AE-18D2-4049-9E67-6F48B317AF7F}" dt="2025-03-10T01:37:49.460" v="40" actId="20577"/>
        <pc:sldMkLst>
          <pc:docMk/>
          <pc:sldMk cId="3117571071" sldId="344"/>
        </pc:sldMkLst>
        <pc:spChg chg="mod">
          <ac:chgData name="alvaro herrera" userId="e433adfdcf7e8d4e" providerId="LiveId" clId="{5BF4B3AE-18D2-4049-9E67-6F48B317AF7F}" dt="2025-03-10T01:37:49.460" v="40" actId="20577"/>
          <ac:spMkLst>
            <pc:docMk/>
            <pc:sldMk cId="3117571071" sldId="344"/>
            <ac:spMk id="3" creationId="{87A9F761-F66D-564C-A85F-5D24B1E7B998}"/>
          </ac:spMkLst>
        </pc:spChg>
      </pc:sldChg>
      <pc:sldChg chg="delSp mod">
        <pc:chgData name="alvaro herrera" userId="e433adfdcf7e8d4e" providerId="LiveId" clId="{5BF4B3AE-18D2-4049-9E67-6F48B317AF7F}" dt="2025-03-10T01:38:30.687" v="65" actId="478"/>
        <pc:sldMkLst>
          <pc:docMk/>
          <pc:sldMk cId="660929596" sldId="359"/>
        </pc:sldMkLst>
        <pc:spChg chg="del">
          <ac:chgData name="alvaro herrera" userId="e433adfdcf7e8d4e" providerId="LiveId" clId="{5BF4B3AE-18D2-4049-9E67-6F48B317AF7F}" dt="2025-03-10T01:38:30.687" v="65" actId="478"/>
          <ac:spMkLst>
            <pc:docMk/>
            <pc:sldMk cId="660929596" sldId="359"/>
            <ac:spMk id="63" creationId="{35FE6D0C-8349-146C-EA36-34426513AAFE}"/>
          </ac:spMkLst>
        </pc:spChg>
      </pc:sldChg>
    </pc:docChg>
  </pc:docChgLst>
  <pc:docChgLst>
    <pc:chgData name="alvaro herrera" userId="e433adfdcf7e8d4e" providerId="LiveId" clId="{A5F5DAA1-C761-41F7-A3AA-37A9E35DAD41}"/>
    <pc:docChg chg="undo custSel addSld delSld modSld sldOrd">
      <pc:chgData name="alvaro herrera" userId="e433adfdcf7e8d4e" providerId="LiveId" clId="{A5F5DAA1-C761-41F7-A3AA-37A9E35DAD41}" dt="2025-03-10T16:16:04.612" v="1310" actId="20577"/>
      <pc:docMkLst>
        <pc:docMk/>
      </pc:docMkLst>
      <pc:sldChg chg="modSp mod">
        <pc:chgData name="alvaro herrera" userId="e433adfdcf7e8d4e" providerId="LiveId" clId="{A5F5DAA1-C761-41F7-A3AA-37A9E35DAD41}" dt="2025-03-10T01:43:56.287" v="35" actId="20577"/>
        <pc:sldMkLst>
          <pc:docMk/>
          <pc:sldMk cId="3642932644" sldId="261"/>
        </pc:sldMkLst>
        <pc:spChg chg="mod">
          <ac:chgData name="alvaro herrera" userId="e433adfdcf7e8d4e" providerId="LiveId" clId="{A5F5DAA1-C761-41F7-A3AA-37A9E35DAD41}" dt="2025-03-10T01:43:56.287" v="35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A5F5DAA1-C761-41F7-A3AA-37A9E35DAD41}" dt="2025-03-10T02:39:42.712" v="668" actId="20577"/>
        <pc:sldMkLst>
          <pc:docMk/>
          <pc:sldMk cId="3979444189" sldId="337"/>
        </pc:sldMkLst>
        <pc:spChg chg="mod">
          <ac:chgData name="alvaro herrera" userId="e433adfdcf7e8d4e" providerId="LiveId" clId="{A5F5DAA1-C761-41F7-A3AA-37A9E35DAD41}" dt="2025-03-10T02:39:42.712" v="668" actId="20577"/>
          <ac:spMkLst>
            <pc:docMk/>
            <pc:sldMk cId="3979444189" sldId="337"/>
            <ac:spMk id="12" creationId="{BB375BB0-38DE-5947-A049-E37CBB392147}"/>
          </ac:spMkLst>
        </pc:spChg>
      </pc:sldChg>
      <pc:sldChg chg="addSp delSp modSp mod">
        <pc:chgData name="alvaro herrera" userId="e433adfdcf7e8d4e" providerId="LiveId" clId="{A5F5DAA1-C761-41F7-A3AA-37A9E35DAD41}" dt="2025-03-10T16:16:04.612" v="1310" actId="20577"/>
        <pc:sldMkLst>
          <pc:docMk/>
          <pc:sldMk cId="214962392" sldId="339"/>
        </pc:sldMkLst>
        <pc:spChg chg="add mod">
          <ac:chgData name="alvaro herrera" userId="e433adfdcf7e8d4e" providerId="LiveId" clId="{A5F5DAA1-C761-41F7-A3AA-37A9E35DAD41}" dt="2025-03-10T16:15:52.955" v="1289" actId="20577"/>
          <ac:spMkLst>
            <pc:docMk/>
            <pc:sldMk cId="214962392" sldId="339"/>
            <ac:spMk id="3" creationId="{43489040-82F0-1A7E-D719-80EA64EDC5DF}"/>
          </ac:spMkLst>
        </pc:spChg>
        <pc:spChg chg="mod">
          <ac:chgData name="alvaro herrera" userId="e433adfdcf7e8d4e" providerId="LiveId" clId="{A5F5DAA1-C761-41F7-A3AA-37A9E35DAD41}" dt="2025-03-10T16:13:33.821" v="1278" actId="1036"/>
          <ac:spMkLst>
            <pc:docMk/>
            <pc:sldMk cId="214962392" sldId="339"/>
            <ac:spMk id="4" creationId="{49CAB5BC-5A14-4039-B5DE-FC66EF176185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5" creationId="{FC87C1DB-0E93-019D-E006-2FB4927189DE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6" creationId="{3BAD95C8-94A2-5C60-E70E-44218577F2FA}"/>
          </ac:spMkLst>
        </pc:spChg>
        <pc:spChg chg="add mod">
          <ac:chgData name="alvaro herrera" userId="e433adfdcf7e8d4e" providerId="LiveId" clId="{A5F5DAA1-C761-41F7-A3AA-37A9E35DAD41}" dt="2025-03-10T16:13:12.449" v="1273" actId="1037"/>
          <ac:spMkLst>
            <pc:docMk/>
            <pc:sldMk cId="214962392" sldId="339"/>
            <ac:spMk id="6" creationId="{DA36F971-98A7-C25E-B5E1-51AE9F8EB613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7" creationId="{A773D3C6-2A60-3C58-2B51-B73CF0A89DD6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8" creationId="{626C2193-F229-BD52-0E64-B75EADCE10FB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9" creationId="{263C28F2-B5A5-107E-B1A1-12623A42F691}"/>
          </ac:spMkLst>
        </pc:spChg>
        <pc:spChg chg="add mod">
          <ac:chgData name="alvaro herrera" userId="e433adfdcf7e8d4e" providerId="LiveId" clId="{A5F5DAA1-C761-41F7-A3AA-37A9E35DAD41}" dt="2025-03-10T16:15:59.270" v="1299" actId="20577"/>
          <ac:spMkLst>
            <pc:docMk/>
            <pc:sldMk cId="214962392" sldId="339"/>
            <ac:spMk id="10" creationId="{E1E279E1-8230-C574-3311-F69AAE2AE95C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1" creationId="{03491497-30D0-5ACA-8566-FFC4574B13E9}"/>
          </ac:spMkLst>
        </pc:spChg>
        <pc:spChg chg="add mod">
          <ac:chgData name="alvaro herrera" userId="e433adfdcf7e8d4e" providerId="LiveId" clId="{A5F5DAA1-C761-41F7-A3AA-37A9E35DAD41}" dt="2025-03-10T16:16:04.612" v="1310" actId="20577"/>
          <ac:spMkLst>
            <pc:docMk/>
            <pc:sldMk cId="214962392" sldId="339"/>
            <ac:spMk id="12" creationId="{BDBEA81A-6218-A2D4-388D-B2E792DC0804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3" creationId="{A4292FCC-E78E-B893-148D-137A00E306B6}"/>
          </ac:spMkLst>
        </pc:spChg>
        <pc:spChg chg="add mod">
          <ac:chgData name="alvaro herrera" userId="e433adfdcf7e8d4e" providerId="LiveId" clId="{A5F5DAA1-C761-41F7-A3AA-37A9E35DAD41}" dt="2025-03-10T16:12:09.909" v="1251" actId="20577"/>
          <ac:spMkLst>
            <pc:docMk/>
            <pc:sldMk cId="214962392" sldId="339"/>
            <ac:spMk id="14" creationId="{C7D1FE3E-DB8D-DBAD-5B29-B0B7EC6CEDFE}"/>
          </ac:spMkLst>
        </pc:spChg>
      </pc:sldChg>
      <pc:sldChg chg="modSp mod">
        <pc:chgData name="alvaro herrera" userId="e433adfdcf7e8d4e" providerId="LiveId" clId="{A5F5DAA1-C761-41F7-A3AA-37A9E35DAD41}" dt="2025-03-10T02:37:27.531" v="593" actId="6549"/>
        <pc:sldMkLst>
          <pc:docMk/>
          <pc:sldMk cId="3888574232" sldId="406"/>
        </pc:sldMkLst>
        <pc:spChg chg="mod">
          <ac:chgData name="alvaro herrera" userId="e433adfdcf7e8d4e" providerId="LiveId" clId="{A5F5DAA1-C761-41F7-A3AA-37A9E35DAD41}" dt="2025-03-10T02:37:27.531" v="593" actId="6549"/>
          <ac:spMkLst>
            <pc:docMk/>
            <pc:sldMk cId="3888574232" sldId="406"/>
            <ac:spMk id="71" creationId="{B8BBC416-0B06-941C-340D-23CAAC9576ED}"/>
          </ac:spMkLst>
        </pc:spChg>
      </pc:sldChg>
      <pc:sldChg chg="addSp delSp modSp add mod ord">
        <pc:chgData name="alvaro herrera" userId="e433adfdcf7e8d4e" providerId="LiveId" clId="{A5F5DAA1-C761-41F7-A3AA-37A9E35DAD41}" dt="2025-03-10T02:41:21.805" v="690"/>
        <pc:sldMkLst>
          <pc:docMk/>
          <pc:sldMk cId="3656665430" sldId="416"/>
        </pc:sldMkLst>
        <pc:spChg chg="mod">
          <ac:chgData name="alvaro herrera" userId="e433adfdcf7e8d4e" providerId="LiveId" clId="{A5F5DAA1-C761-41F7-A3AA-37A9E35DAD41}" dt="2025-03-10T02:20:55.073" v="473" actId="20577"/>
          <ac:spMkLst>
            <pc:docMk/>
            <pc:sldMk cId="3656665430" sldId="416"/>
            <ac:spMk id="2" creationId="{24B0227D-5220-F643-E30D-AE0AE2394D80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3" creationId="{BF9DDA06-B972-29D5-2867-583DB6B454D2}"/>
          </ac:spMkLst>
        </pc:spChg>
        <pc:spChg chg="del">
          <ac:chgData name="alvaro herrera" userId="e433adfdcf7e8d4e" providerId="LiveId" clId="{A5F5DAA1-C761-41F7-A3AA-37A9E35DAD41}" dt="2025-03-10T02:15:26.344" v="354" actId="478"/>
          <ac:spMkLst>
            <pc:docMk/>
            <pc:sldMk cId="3656665430" sldId="416"/>
            <ac:spMk id="4" creationId="{693B04A5-5D64-2522-04D5-DA44EE707387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5" creationId="{8B96C584-42E6-F426-F510-6E8B14D1C399}"/>
          </ac:spMkLst>
        </pc:spChg>
        <pc:spChg chg="add">
          <ac:chgData name="alvaro herrera" userId="e433adfdcf7e8d4e" providerId="LiveId" clId="{A5F5DAA1-C761-41F7-A3AA-37A9E35DAD41}" dt="2025-03-10T02:18:43.675" v="417"/>
          <ac:spMkLst>
            <pc:docMk/>
            <pc:sldMk cId="3656665430" sldId="416"/>
            <ac:spMk id="7" creationId="{FA41F088-FEF6-D512-F64C-EE7BFCCE36AA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0" creationId="{23BB366D-D464-0641-5291-5874527298F4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1" creationId="{E58B0CC2-66C8-FD6B-C801-A6F0D66B0F11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2" creationId="{93E2E3F6-D516-AEAE-F380-4932FD47F91F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3" creationId="{793D3063-6777-831C-46DC-02E30EB48566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4" creationId="{E30FF31D-F411-C25A-DCA1-1BF06955F3B3}"/>
          </ac:spMkLst>
        </pc:spChg>
        <pc:spChg chg="add mod">
          <ac:chgData name="alvaro herrera" userId="e433adfdcf7e8d4e" providerId="LiveId" clId="{A5F5DAA1-C761-41F7-A3AA-37A9E35DAD41}" dt="2025-03-10T02:30:38.286" v="543" actId="403"/>
          <ac:spMkLst>
            <pc:docMk/>
            <pc:sldMk cId="3656665430" sldId="416"/>
            <ac:spMk id="19" creationId="{D0FB138C-1391-3E1C-69DA-AE3AF135D6EB}"/>
          </ac:spMkLst>
        </pc:spChg>
        <pc:spChg chg="add mod">
          <ac:chgData name="alvaro herrera" userId="e433adfdcf7e8d4e" providerId="LiveId" clId="{A5F5DAA1-C761-41F7-A3AA-37A9E35DAD41}" dt="2025-03-10T02:30:32.730" v="541" actId="403"/>
          <ac:spMkLst>
            <pc:docMk/>
            <pc:sldMk cId="3656665430" sldId="416"/>
            <ac:spMk id="21" creationId="{C8E303E4-A2C8-6011-DB64-FE4803D449B6}"/>
          </ac:spMkLst>
        </pc:spChg>
        <pc:spChg chg="add mod">
          <ac:chgData name="alvaro herrera" userId="e433adfdcf7e8d4e" providerId="LiveId" clId="{A5F5DAA1-C761-41F7-A3AA-37A9E35DAD41}" dt="2025-03-10T02:30:27.753" v="538" actId="14100"/>
          <ac:spMkLst>
            <pc:docMk/>
            <pc:sldMk cId="3656665430" sldId="416"/>
            <ac:spMk id="23" creationId="{07F94AAF-D3FE-C2CC-B770-E83F377D3162}"/>
          </ac:spMkLst>
        </pc:spChg>
        <pc:spChg chg="add mod">
          <ac:chgData name="alvaro herrera" userId="e433adfdcf7e8d4e" providerId="LiveId" clId="{A5F5DAA1-C761-41F7-A3AA-37A9E35DAD41}" dt="2025-03-10T02:30:16.669" v="534" actId="403"/>
          <ac:spMkLst>
            <pc:docMk/>
            <pc:sldMk cId="3656665430" sldId="416"/>
            <ac:spMk id="25" creationId="{0F7E3BF4-E5CA-A98D-A4D7-59A879B42A3E}"/>
          </ac:spMkLst>
        </pc:spChg>
        <pc:picChg chg="add del mod">
          <ac:chgData name="alvaro herrera" userId="e433adfdcf7e8d4e" providerId="LiveId" clId="{A5F5DAA1-C761-41F7-A3AA-37A9E35DAD41}" dt="2025-03-10T02:18:16.054" v="416" actId="478"/>
          <ac:picMkLst>
            <pc:docMk/>
            <pc:sldMk cId="3656665430" sldId="416"/>
            <ac:picMk id="6" creationId="{86E2DBAE-D61B-8CE2-9C62-310653AB0A24}"/>
          </ac:picMkLst>
        </pc:picChg>
        <pc:picChg chg="add del">
          <ac:chgData name="alvaro herrera" userId="e433adfdcf7e8d4e" providerId="LiveId" clId="{A5F5DAA1-C761-41F7-A3AA-37A9E35DAD41}" dt="2025-03-10T02:19:55.485" v="419" actId="478"/>
          <ac:picMkLst>
            <pc:docMk/>
            <pc:sldMk cId="3656665430" sldId="416"/>
            <ac:picMk id="8" creationId="{BE449242-66FD-D3D3-498C-5119374BE998}"/>
          </ac:picMkLst>
        </pc:picChg>
        <pc:picChg chg="add del mod">
          <ac:chgData name="alvaro herrera" userId="e433adfdcf7e8d4e" providerId="LiveId" clId="{A5F5DAA1-C761-41F7-A3AA-37A9E35DAD41}" dt="2025-03-10T02:21:20.530" v="474" actId="478"/>
          <ac:picMkLst>
            <pc:docMk/>
            <pc:sldMk cId="3656665430" sldId="416"/>
            <ac:picMk id="15" creationId="{74909687-4B65-8146-38A8-9309D0C29D5B}"/>
          </ac:picMkLst>
        </pc:picChg>
        <pc:picChg chg="add mod">
          <ac:chgData name="alvaro herrera" userId="e433adfdcf7e8d4e" providerId="LiveId" clId="{A5F5DAA1-C761-41F7-A3AA-37A9E35DAD41}" dt="2025-03-10T02:21:46.349" v="482" actId="14100"/>
          <ac:picMkLst>
            <pc:docMk/>
            <pc:sldMk cId="3656665430" sldId="416"/>
            <ac:picMk id="17" creationId="{51759D37-2246-12D0-D424-AD56CB0031CA}"/>
          </ac:picMkLst>
        </pc:picChg>
      </pc:sldChg>
      <pc:sldChg chg="add del">
        <pc:chgData name="alvaro herrera" userId="e433adfdcf7e8d4e" providerId="LiveId" clId="{A5F5DAA1-C761-41F7-A3AA-37A9E35DAD41}" dt="2025-03-10T02:15:34.122" v="357"/>
        <pc:sldMkLst>
          <pc:docMk/>
          <pc:sldMk cId="326348038" sldId="417"/>
        </pc:sldMkLst>
      </pc:sldChg>
      <pc:sldChg chg="addSp delSp modSp add mod">
        <pc:chgData name="alvaro herrera" userId="e433adfdcf7e8d4e" providerId="LiveId" clId="{A5F5DAA1-C761-41F7-A3AA-37A9E35DAD41}" dt="2025-03-10T02:44:38.148" v="696" actId="14100"/>
        <pc:sldMkLst>
          <pc:docMk/>
          <pc:sldMk cId="3119748775" sldId="417"/>
        </pc:sldMkLst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19" creationId="{F1C7F24F-F592-9DCC-3949-58F502D26694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1" creationId="{2D68F016-DE3A-9BFF-1085-B1FC2DF7B74B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3" creationId="{56B45E42-A3FF-41C3-3467-9B8EFCB291F0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5" creationId="{F77E9648-02B5-9D80-202D-AFF87C6C70FF}"/>
          </ac:spMkLst>
        </pc:spChg>
        <pc:picChg chg="del">
          <ac:chgData name="alvaro herrera" userId="e433adfdcf7e8d4e" providerId="LiveId" clId="{A5F5DAA1-C761-41F7-A3AA-37A9E35DAD41}" dt="2025-03-10T02:44:17.655" v="692" actId="478"/>
          <ac:picMkLst>
            <pc:docMk/>
            <pc:sldMk cId="3119748775" sldId="417"/>
            <ac:picMk id="17" creationId="{B85F2D2F-B101-449C-CA8D-01CD91E2CDDF}"/>
          </ac:picMkLst>
        </pc:picChg>
        <pc:picChg chg="add mod">
          <ac:chgData name="alvaro herrera" userId="e433adfdcf7e8d4e" providerId="LiveId" clId="{A5F5DAA1-C761-41F7-A3AA-37A9E35DAD41}" dt="2025-03-10T02:44:38.148" v="696" actId="14100"/>
          <ac:picMkLst>
            <pc:docMk/>
            <pc:sldMk cId="3119748775" sldId="417"/>
            <ac:picMk id="2050" creationId="{765BDFD4-A050-7116-3401-E2D3F18C9607}"/>
          </ac:picMkLst>
        </pc:picChg>
      </pc:sldChg>
      <pc:sldChg chg="addSp delSp modSp add mod">
        <pc:chgData name="alvaro herrera" userId="e433adfdcf7e8d4e" providerId="LiveId" clId="{A5F5DAA1-C761-41F7-A3AA-37A9E35DAD41}" dt="2025-03-10T02:53:59.267" v="747" actId="20577"/>
        <pc:sldMkLst>
          <pc:docMk/>
          <pc:sldMk cId="2903986870" sldId="418"/>
        </pc:sldMkLst>
        <pc:spChg chg="mod">
          <ac:chgData name="alvaro herrera" userId="e433adfdcf7e8d4e" providerId="LiveId" clId="{A5F5DAA1-C761-41F7-A3AA-37A9E35DAD41}" dt="2025-03-10T02:53:59.267" v="747" actId="20577"/>
          <ac:spMkLst>
            <pc:docMk/>
            <pc:sldMk cId="2903986870" sldId="418"/>
            <ac:spMk id="2" creationId="{459DAAE6-BF86-6C2C-0DCD-BF88701C035D}"/>
          </ac:spMkLst>
        </pc:spChg>
        <pc:picChg chg="del">
          <ac:chgData name="alvaro herrera" userId="e433adfdcf7e8d4e" providerId="LiveId" clId="{A5F5DAA1-C761-41F7-A3AA-37A9E35DAD41}" dt="2025-03-10T02:49:19.784" v="698" actId="478"/>
          <ac:picMkLst>
            <pc:docMk/>
            <pc:sldMk cId="2903986870" sldId="418"/>
            <ac:picMk id="2050" creationId="{436D4744-74E5-D1CB-1B14-6989ECB79AFD}"/>
          </ac:picMkLst>
        </pc:picChg>
        <pc:picChg chg="add del mod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4" creationId="{84AF82E5-FF0A-EEA8-A068-C57BCFD8FADC}"/>
          </ac:picMkLst>
        </pc:picChg>
        <pc:picChg chg="add del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6" creationId="{2149001F-708B-DB0C-98DB-298800FE46E2}"/>
          </ac:picMkLst>
        </pc:picChg>
        <pc:picChg chg="add del mod">
          <ac:chgData name="alvaro herrera" userId="e433adfdcf7e8d4e" providerId="LiveId" clId="{A5F5DAA1-C761-41F7-A3AA-37A9E35DAD41}" dt="2025-03-10T02:52:30.335" v="709" actId="478"/>
          <ac:picMkLst>
            <pc:docMk/>
            <pc:sldMk cId="2903986870" sldId="418"/>
            <ac:picMk id="3078" creationId="{3D7B4E3D-F932-EAFF-68BD-C9F7C86CE723}"/>
          </ac:picMkLst>
        </pc:picChg>
        <pc:picChg chg="add mod">
          <ac:chgData name="alvaro herrera" userId="e433adfdcf7e8d4e" providerId="LiveId" clId="{A5F5DAA1-C761-41F7-A3AA-37A9E35DAD41}" dt="2025-03-10T02:53:29.999" v="713" actId="14100"/>
          <ac:picMkLst>
            <pc:docMk/>
            <pc:sldMk cId="2903986870" sldId="418"/>
            <ac:picMk id="3080" creationId="{1A213A91-F262-7E83-C144-D1609AB812BF}"/>
          </ac:picMkLst>
        </pc:picChg>
      </pc:sldChg>
      <pc:sldChg chg="addSp delSp modSp add">
        <pc:chgData name="alvaro herrera" userId="e433adfdcf7e8d4e" providerId="LiveId" clId="{A5F5DAA1-C761-41F7-A3AA-37A9E35DAD41}" dt="2025-03-10T03:01:34.574" v="757" actId="1076"/>
        <pc:sldMkLst>
          <pc:docMk/>
          <pc:sldMk cId="1091014937" sldId="419"/>
        </pc:sldMkLst>
        <pc:picChg chg="del">
          <ac:chgData name="alvaro herrera" userId="e433adfdcf7e8d4e" providerId="LiveId" clId="{A5F5DAA1-C761-41F7-A3AA-37A9E35DAD41}" dt="2025-03-10T02:59:52.367" v="749" actId="478"/>
          <ac:picMkLst>
            <pc:docMk/>
            <pc:sldMk cId="1091014937" sldId="419"/>
            <ac:picMk id="3080" creationId="{810D46B5-BD6B-7D2F-9422-8DFE1F86E7AD}"/>
          </ac:picMkLst>
        </pc:picChg>
        <pc:picChg chg="add del mod">
          <ac:chgData name="alvaro herrera" userId="e433adfdcf7e8d4e" providerId="LiveId" clId="{A5F5DAA1-C761-41F7-A3AA-37A9E35DAD41}" dt="2025-03-10T03:01:25.555" v="754" actId="478"/>
          <ac:picMkLst>
            <pc:docMk/>
            <pc:sldMk cId="1091014937" sldId="419"/>
            <ac:picMk id="4098" creationId="{1DACFB98-797C-8746-07A6-753075F4D287}"/>
          </ac:picMkLst>
        </pc:picChg>
        <pc:picChg chg="add mod">
          <ac:chgData name="alvaro herrera" userId="e433adfdcf7e8d4e" providerId="LiveId" clId="{A5F5DAA1-C761-41F7-A3AA-37A9E35DAD41}" dt="2025-03-10T03:01:34.574" v="757" actId="1076"/>
          <ac:picMkLst>
            <pc:docMk/>
            <pc:sldMk cId="1091014937" sldId="419"/>
            <ac:picMk id="4100" creationId="{97951A39-419D-E526-234B-A8FA86787F0B}"/>
          </ac:picMkLst>
        </pc:picChg>
      </pc:sldChg>
      <pc:sldChg chg="addSp delSp modSp add mod">
        <pc:chgData name="alvaro herrera" userId="e433adfdcf7e8d4e" providerId="LiveId" clId="{A5F5DAA1-C761-41F7-A3AA-37A9E35DAD41}" dt="2025-03-10T15:58:38.327" v="1027" actId="1076"/>
        <pc:sldMkLst>
          <pc:docMk/>
          <pc:sldMk cId="975002621" sldId="420"/>
        </pc:sldMkLst>
        <pc:spChg chg="mod">
          <ac:chgData name="alvaro herrera" userId="e433adfdcf7e8d4e" providerId="LiveId" clId="{A5F5DAA1-C761-41F7-A3AA-37A9E35DAD41}" dt="2025-03-10T15:49:48.966" v="914" actId="20577"/>
          <ac:spMkLst>
            <pc:docMk/>
            <pc:sldMk cId="975002621" sldId="420"/>
            <ac:spMk id="2" creationId="{AA43B8A7-9FD5-22BD-07C7-B3729D0EBD56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3" creationId="{95110581-0BF7-8010-09EA-357783CB9018}"/>
          </ac:spMkLst>
        </pc:spChg>
        <pc:spChg chg="del">
          <ac:chgData name="alvaro herrera" userId="e433adfdcf7e8d4e" providerId="LiveId" clId="{A5F5DAA1-C761-41F7-A3AA-37A9E35DAD41}" dt="2025-03-10T15:42:11.276" v="759" actId="478"/>
          <ac:spMkLst>
            <pc:docMk/>
            <pc:sldMk cId="975002621" sldId="420"/>
            <ac:spMk id="4" creationId="{672BE0E9-FF3F-A354-BB54-0600C4A92661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5" creationId="{B2A80408-23A0-4607-CF0E-2578D57010B9}"/>
          </ac:spMkLst>
        </pc:spChg>
        <pc:spChg chg="add mod">
          <ac:chgData name="alvaro herrera" userId="e433adfdcf7e8d4e" providerId="LiveId" clId="{A5F5DAA1-C761-41F7-A3AA-37A9E35DAD41}" dt="2025-03-10T15:58:38.327" v="1027" actId="1076"/>
          <ac:spMkLst>
            <pc:docMk/>
            <pc:sldMk cId="975002621" sldId="420"/>
            <ac:spMk id="6" creationId="{CDA06B95-9A3E-573C-6F43-5F3A5E958FAD}"/>
          </ac:spMkLst>
        </pc:spChg>
        <pc:spChg chg="add mod">
          <ac:chgData name="alvaro herrera" userId="e433adfdcf7e8d4e" providerId="LiveId" clId="{A5F5DAA1-C761-41F7-A3AA-37A9E35DAD41}" dt="2025-03-10T15:57:34.357" v="1009" actId="208"/>
          <ac:spMkLst>
            <pc:docMk/>
            <pc:sldMk cId="975002621" sldId="420"/>
            <ac:spMk id="7" creationId="{8A37D94C-8893-8DB5-42CA-72EAF5576AA1}"/>
          </ac:spMkLst>
        </pc:spChg>
        <pc:spChg chg="add mod">
          <ac:chgData name="alvaro herrera" userId="e433adfdcf7e8d4e" providerId="LiveId" clId="{A5F5DAA1-C761-41F7-A3AA-37A9E35DAD41}" dt="2025-03-10T15:58:14.347" v="1025" actId="113"/>
          <ac:spMkLst>
            <pc:docMk/>
            <pc:sldMk cId="975002621" sldId="420"/>
            <ac:spMk id="8" creationId="{C35FAED9-6341-93D7-3FCB-BA70C648F190}"/>
          </ac:spMkLst>
        </pc:spChg>
        <pc:spChg chg="add mod">
          <ac:chgData name="alvaro herrera" userId="e433adfdcf7e8d4e" providerId="LiveId" clId="{A5F5DAA1-C761-41F7-A3AA-37A9E35DAD41}" dt="2025-03-10T15:58:03.079" v="1014" actId="1037"/>
          <ac:spMkLst>
            <pc:docMk/>
            <pc:sldMk cId="975002621" sldId="420"/>
            <ac:spMk id="9" creationId="{82CCE80A-037E-D663-6BAE-5AF8B10EF625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0" creationId="{0B659C74-4CFA-CED0-EFF2-29779E501FA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1" creationId="{0108F072-85B3-7DC8-C1F6-D287B95D3E6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2" creationId="{63CEDE63-4415-8543-341C-F5C894E8038B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3" creationId="{3FC64E13-1066-F005-36E6-1EC4799A09CD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4" creationId="{5D435AAA-3BAD-E322-09CA-6325981D7B86}"/>
          </ac:spMkLst>
        </pc:spChg>
        <pc:picChg chg="add mod">
          <ac:chgData name="alvaro herrera" userId="e433adfdcf7e8d4e" providerId="LiveId" clId="{A5F5DAA1-C761-41F7-A3AA-37A9E35DAD41}" dt="2025-03-10T15:54:34.923" v="982" actId="1076"/>
          <ac:picMkLst>
            <pc:docMk/>
            <pc:sldMk cId="975002621" sldId="420"/>
            <ac:picMk id="15" creationId="{96DE4667-2AC2-8FDC-CFB6-F0ADF3711411}"/>
          </ac:picMkLst>
        </pc:picChg>
        <pc:picChg chg="add mod">
          <ac:chgData name="alvaro herrera" userId="e433adfdcf7e8d4e" providerId="LiveId" clId="{A5F5DAA1-C761-41F7-A3AA-37A9E35DAD41}" dt="2025-03-10T15:55:12.202" v="1001" actId="1076"/>
          <ac:picMkLst>
            <pc:docMk/>
            <pc:sldMk cId="975002621" sldId="420"/>
            <ac:picMk id="16" creationId="{938E925F-2E66-F4B2-EF28-11EB194D7C6D}"/>
          </ac:picMkLst>
        </pc:picChg>
      </pc:sldChg>
      <pc:sldChg chg="addSp delSp modSp add mod">
        <pc:chgData name="alvaro herrera" userId="e433adfdcf7e8d4e" providerId="LiveId" clId="{A5F5DAA1-C761-41F7-A3AA-37A9E35DAD41}" dt="2025-03-10T15:59:53.094" v="1075" actId="20577"/>
        <pc:sldMkLst>
          <pc:docMk/>
          <pc:sldMk cId="1290328248" sldId="421"/>
        </pc:sldMkLst>
        <pc:spChg chg="mod">
          <ac:chgData name="alvaro herrera" userId="e433adfdcf7e8d4e" providerId="LiveId" clId="{A5F5DAA1-C761-41F7-A3AA-37A9E35DAD41}" dt="2025-03-10T15:59:53.094" v="1075" actId="20577"/>
          <ac:spMkLst>
            <pc:docMk/>
            <pc:sldMk cId="1290328248" sldId="421"/>
            <ac:spMk id="2" creationId="{A0894FDA-7AA7-6141-7BD6-F075D9EE0866}"/>
          </ac:spMkLst>
        </pc:spChg>
        <pc:spChg chg="mod">
          <ac:chgData name="alvaro herrera" userId="e433adfdcf7e8d4e" providerId="LiveId" clId="{A5F5DAA1-C761-41F7-A3AA-37A9E35DAD41}" dt="2025-03-10T15:59:40.293" v="1059" actId="113"/>
          <ac:spMkLst>
            <pc:docMk/>
            <pc:sldMk cId="1290328248" sldId="421"/>
            <ac:spMk id="6" creationId="{5967ACC0-617B-EC6B-FAAA-A12F1197CBBB}"/>
          </ac:spMkLst>
        </pc:spChg>
        <pc:spChg chg="del">
          <ac:chgData name="alvaro herrera" userId="e433adfdcf7e8d4e" providerId="LiveId" clId="{A5F5DAA1-C761-41F7-A3AA-37A9E35DAD41}" dt="2025-03-10T15:51:52.653" v="951" actId="478"/>
          <ac:spMkLst>
            <pc:docMk/>
            <pc:sldMk cId="1290328248" sldId="421"/>
            <ac:spMk id="7" creationId="{880C31AD-9430-B1F2-1A3A-1C3A78478CBE}"/>
          </ac:spMkLst>
        </pc:spChg>
        <pc:spChg chg="mod">
          <ac:chgData name="alvaro herrera" userId="e433adfdcf7e8d4e" providerId="LiveId" clId="{A5F5DAA1-C761-41F7-A3AA-37A9E35DAD41}" dt="2025-03-10T15:59:36.946" v="1058" actId="113"/>
          <ac:spMkLst>
            <pc:docMk/>
            <pc:sldMk cId="1290328248" sldId="421"/>
            <ac:spMk id="8" creationId="{C416B1A2-3EFA-E662-89C2-F515E998C28B}"/>
          </ac:spMkLst>
        </pc:spChg>
        <pc:spChg chg="del">
          <ac:chgData name="alvaro herrera" userId="e433adfdcf7e8d4e" providerId="LiveId" clId="{A5F5DAA1-C761-41F7-A3AA-37A9E35DAD41}" dt="2025-03-10T15:51:17.562" v="917" actId="478"/>
          <ac:spMkLst>
            <pc:docMk/>
            <pc:sldMk cId="1290328248" sldId="421"/>
            <ac:spMk id="9" creationId="{ABAD1CCC-D104-6F14-315B-9C031942F330}"/>
          </ac:spMkLst>
        </pc:spChg>
        <pc:picChg chg="add mod">
          <ac:chgData name="alvaro herrera" userId="e433adfdcf7e8d4e" providerId="LiveId" clId="{A5F5DAA1-C761-41F7-A3AA-37A9E35DAD41}" dt="2025-03-10T15:59:31.011" v="1042" actId="1037"/>
          <ac:picMkLst>
            <pc:docMk/>
            <pc:sldMk cId="1290328248" sldId="421"/>
            <ac:picMk id="1026" creationId="{9ADE2C34-F03E-C6F6-1528-3255ABC79960}"/>
          </ac:picMkLst>
        </pc:picChg>
        <pc:picChg chg="add del mod">
          <ac:chgData name="alvaro herrera" userId="e433adfdcf7e8d4e" providerId="LiveId" clId="{A5F5DAA1-C761-41F7-A3AA-37A9E35DAD41}" dt="2025-03-10T15:53:38.229" v="973" actId="478"/>
          <ac:picMkLst>
            <pc:docMk/>
            <pc:sldMk cId="1290328248" sldId="421"/>
            <ac:picMk id="1028" creationId="{C861933A-358F-8E4D-6D70-E66566A928CC}"/>
          </ac:picMkLst>
        </pc:picChg>
        <pc:picChg chg="add mod">
          <ac:chgData name="alvaro herrera" userId="e433adfdcf7e8d4e" providerId="LiveId" clId="{A5F5DAA1-C761-41F7-A3AA-37A9E35DAD41}" dt="2025-03-10T15:53:48.503" v="976" actId="1076"/>
          <ac:picMkLst>
            <pc:docMk/>
            <pc:sldMk cId="1290328248" sldId="421"/>
            <ac:picMk id="1030" creationId="{4E14F677-FBB9-28AD-4A47-04E2D0D759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04-06-2026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361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xmlns="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xmlns="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xmlns="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xmlns="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xmlns="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xmlns="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xmlns="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xmlns="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xmlns="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xmlns="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xmlns="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xmlns="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xmlns="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xmlns="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xmlns="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xmlns="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xmlns="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xmlns="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xmlns="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xmlns="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xmlns="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xmlns="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xmlns="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xmlns="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xmlns="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xmlns="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xmlns="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xmlns="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xmlns="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xmlns="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15544800" cy="984885"/>
          </a:xfrm>
        </p:spPr>
        <p:txBody>
          <a:bodyPr/>
          <a:lstStyle/>
          <a:p>
            <a:r>
              <a:rPr lang="es-CL" sz="3200" spc="-10" dirty="0"/>
              <a:t>MPY1101</a:t>
            </a:r>
            <a:br>
              <a:rPr lang="es-CL" sz="3200" spc="-10" dirty="0"/>
            </a:br>
            <a:r>
              <a:rPr lang="es-CL" sz="3200" b="0" spc="-10" dirty="0"/>
              <a:t>Clase</a:t>
            </a:r>
            <a:r>
              <a:rPr lang="es-CL" sz="3200" b="0" dirty="0"/>
              <a:t>: </a:t>
            </a:r>
            <a:r>
              <a:rPr lang="es-MX" sz="3200" b="0" dirty="0" smtClean="0"/>
              <a:t>DIAGRAMA DE </a:t>
            </a:r>
            <a:r>
              <a:rPr lang="es-MX" sz="3200" b="0" dirty="0" smtClean="0"/>
              <a:t>COMPONENTES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7672050" cy="830997"/>
          </a:xfrm>
        </p:spPr>
        <p:txBody>
          <a:bodyPr/>
          <a:lstStyle/>
          <a:p>
            <a:r>
              <a:rPr lang="es-CL" sz="5400" dirty="0" smtClean="0"/>
              <a:t>¿Qué representa un Diagrama de </a:t>
            </a:r>
            <a:r>
              <a:rPr lang="es-CL" sz="5400" dirty="0" smtClean="0"/>
              <a:t>Componentes?</a:t>
            </a:r>
            <a:endParaRPr lang="es-CL" sz="5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4283075"/>
            <a:ext cx="5023312" cy="365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5855163" y="2237641"/>
            <a:ext cx="13645688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600" dirty="0" smtClean="0"/>
              <a:t>Un diagrama de </a:t>
            </a:r>
            <a:r>
              <a:rPr lang="es-CL" sz="6600" dirty="0" smtClean="0"/>
              <a:t>Componentes 	representa </a:t>
            </a:r>
            <a:r>
              <a:rPr lang="es-CL" sz="6600" dirty="0" smtClean="0"/>
              <a:t>la</a:t>
            </a:r>
          </a:p>
          <a:p>
            <a:pPr algn="ctr"/>
            <a:r>
              <a:rPr lang="es-CL" sz="6600" dirty="0" smtClean="0"/>
              <a:t> </a:t>
            </a:r>
            <a:r>
              <a:rPr lang="es-CL" sz="6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ORGANIZACIÓN,</a:t>
            </a:r>
            <a:endParaRPr lang="es-CL" sz="6600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CL" sz="6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ESTRUCTURAS </a:t>
            </a:r>
            <a:r>
              <a:rPr lang="es-CL" sz="6600" b="1" dirty="0">
                <a:solidFill>
                  <a:srgbClr val="C00000"/>
                </a:solidFill>
                <a:latin typeface="Arial Black" panose="020B0A04020102020204" pitchFamily="34" charset="0"/>
              </a:rPr>
              <a:t>FÍSICAS </a:t>
            </a:r>
            <a:r>
              <a:rPr lang="es-CL" sz="6600" dirty="0" smtClean="0"/>
              <a:t>y </a:t>
            </a:r>
            <a:r>
              <a:rPr lang="es-CL" sz="6600" b="1" dirty="0">
                <a:solidFill>
                  <a:srgbClr val="C00000"/>
                </a:solidFill>
                <a:latin typeface="Arial Black" panose="020B0A04020102020204" pitchFamily="34" charset="0"/>
              </a:rPr>
              <a:t>DEPENDENCIAS </a:t>
            </a:r>
            <a:r>
              <a:rPr lang="es-CL" sz="6600" dirty="0" smtClean="0"/>
              <a:t>	</a:t>
            </a:r>
          </a:p>
          <a:p>
            <a:pPr algn="ctr"/>
            <a:r>
              <a:rPr lang="es-CL" sz="6600" dirty="0" smtClean="0"/>
              <a:t>entre módulos </a:t>
            </a:r>
            <a:r>
              <a:rPr lang="es-CL" sz="6600" dirty="0" smtClean="0"/>
              <a:t>de </a:t>
            </a:r>
            <a:r>
              <a:rPr lang="es-CL" sz="6600" dirty="0" smtClean="0"/>
              <a:t>un </a:t>
            </a:r>
            <a:r>
              <a:rPr lang="es-CL" sz="6600" dirty="0" smtClean="0"/>
              <a:t>sistema, proporcionando una </a:t>
            </a:r>
          </a:p>
          <a:p>
            <a:pPr algn="ctr"/>
            <a:r>
              <a:rPr lang="es-CL" sz="6600" b="1" dirty="0">
                <a:solidFill>
                  <a:srgbClr val="C00000"/>
                </a:solidFill>
                <a:latin typeface="Arial Black" panose="020B0A04020102020204" pitchFamily="34" charset="0"/>
              </a:rPr>
              <a:t>VISION DE ALTO NIVEL</a:t>
            </a:r>
            <a:endParaRPr lang="es-CL" sz="66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2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830997"/>
          </a:xfrm>
        </p:spPr>
        <p:txBody>
          <a:bodyPr/>
          <a:lstStyle/>
          <a:p>
            <a:r>
              <a:rPr lang="es-CL" sz="5400" dirty="0" smtClean="0"/>
              <a:t>¿Cuáles son los Diagramas de Pre-Requisitos?</a:t>
            </a:r>
            <a:endParaRPr lang="es-CL" sz="5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29114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6927850" y="3228955"/>
            <a:ext cx="126492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7200" dirty="0" smtClean="0"/>
              <a:t> Diagrama de Casos de Uso.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sz="72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7200" dirty="0" smtClean="0"/>
              <a:t> Diagrama de Clases.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03249" y="7788275"/>
            <a:ext cx="188170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5000" dirty="0" smtClean="0"/>
              <a:t>El desarrollo del Diagrama de </a:t>
            </a:r>
            <a:r>
              <a:rPr lang="es-CL" sz="5000" dirty="0" smtClean="0"/>
              <a:t>Componentes, </a:t>
            </a:r>
            <a:r>
              <a:rPr lang="es-CL" sz="5000" dirty="0" smtClean="0"/>
              <a:t>permite </a:t>
            </a:r>
          </a:p>
          <a:p>
            <a:pPr algn="ctr"/>
            <a:r>
              <a:rPr lang="es-CL" sz="5000" b="1" dirty="0" smtClean="0">
                <a:solidFill>
                  <a:srgbClr val="C00000"/>
                </a:solidFill>
              </a:rPr>
              <a:t>VALIDAR y PERFECCIONAR</a:t>
            </a:r>
          </a:p>
          <a:p>
            <a:pPr algn="ctr"/>
            <a:r>
              <a:rPr lang="es-CL" sz="5000" dirty="0" smtClean="0"/>
              <a:t>los diagramas de caso de uso y clase</a:t>
            </a:r>
            <a:endParaRPr lang="es-CL" sz="5000" dirty="0"/>
          </a:p>
        </p:txBody>
      </p:sp>
    </p:spTree>
    <p:extLst>
      <p:ext uri="{BB962C8B-B14F-4D97-AF65-F5344CB8AC3E}">
        <p14:creationId xmlns:p14="http://schemas.microsoft.com/office/powerpoint/2010/main" val="357225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677108"/>
          </a:xfrm>
        </p:spPr>
        <p:txBody>
          <a:bodyPr/>
          <a:lstStyle/>
          <a:p>
            <a:r>
              <a:rPr lang="es-CL" sz="4400" dirty="0" smtClean="0"/>
              <a:t>El </a:t>
            </a:r>
            <a:r>
              <a:rPr lang="es-CL" sz="4400" dirty="0" smtClean="0"/>
              <a:t>Diagrama </a:t>
            </a:r>
            <a:r>
              <a:rPr lang="es-CL" sz="4400" dirty="0" smtClean="0"/>
              <a:t>de </a:t>
            </a:r>
            <a:r>
              <a:rPr lang="es-CL" sz="4400" dirty="0" smtClean="0"/>
              <a:t>Componentes tiene 4 ELEMENTOS</a:t>
            </a:r>
            <a:endParaRPr lang="es-CL" sz="4400" dirty="0"/>
          </a:p>
        </p:txBody>
      </p:sp>
      <p:pic>
        <p:nvPicPr>
          <p:cNvPr id="3078" name="Picture 6" descr="Notaciones UML: símbolos, tipos y ejemplos explicad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6866" y="7273063"/>
            <a:ext cx="4794820" cy="295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utorial del Diagrama de Componentes | Guía Completa con Ejempl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2050" y="1694815"/>
            <a:ext cx="5051940" cy="262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/>
          <p:cNvSpPr txBox="1"/>
          <p:nvPr/>
        </p:nvSpPr>
        <p:spPr>
          <a:xfrm>
            <a:off x="1060450" y="1869545"/>
            <a:ext cx="121920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8800" b="1" dirty="0" smtClean="0">
                <a:solidFill>
                  <a:srgbClr val="002060"/>
                </a:solidFill>
              </a:rPr>
              <a:t>COMPONENTE</a:t>
            </a:r>
          </a:p>
          <a:p>
            <a:pPr algn="ctr"/>
            <a:r>
              <a:rPr lang="es-CL" sz="5400" dirty="0" smtClean="0">
                <a:solidFill>
                  <a:srgbClr val="002060"/>
                </a:solidFill>
              </a:rPr>
              <a:t>(3 formas de representarlo)</a:t>
            </a:r>
            <a:endParaRPr lang="es-CL" sz="3600" dirty="0">
              <a:solidFill>
                <a:srgbClr val="002060"/>
              </a:solidFill>
            </a:endParaRPr>
          </a:p>
        </p:txBody>
      </p:sp>
      <p:pic>
        <p:nvPicPr>
          <p:cNvPr id="3086" name="Picture 14" descr="de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7733" y="4541165"/>
            <a:ext cx="5046258" cy="267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/>
          <p:cNvSpPr/>
          <p:nvPr/>
        </p:nvSpPr>
        <p:spPr>
          <a:xfrm>
            <a:off x="908050" y="5193707"/>
            <a:ext cx="12344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es-MX" sz="4000" dirty="0" smtClean="0">
                <a:solidFill>
                  <a:srgbClr val="002060"/>
                </a:solidFill>
              </a:rPr>
              <a:t>Parte modular, auto contenida y reemplazable de un sistema que encapsula su contenido. </a:t>
            </a:r>
          </a:p>
          <a:p>
            <a:pPr marL="457200" indent="-457200" algn="just">
              <a:buFontTx/>
              <a:buChar char="-"/>
            </a:pPr>
            <a:endParaRPr lang="es-MX" sz="4000" dirty="0">
              <a:solidFill>
                <a:srgbClr val="002060"/>
              </a:solidFill>
            </a:endParaRPr>
          </a:p>
          <a:p>
            <a:pPr marL="457200" indent="-457200" algn="just">
              <a:buFontTx/>
              <a:buChar char="-"/>
            </a:pPr>
            <a:r>
              <a:rPr lang="es-MX" sz="4000" dirty="0" smtClean="0">
                <a:solidFill>
                  <a:srgbClr val="002060"/>
                </a:solidFill>
              </a:rPr>
              <a:t>Representa una unidad lógica de software (como un archivo, biblioteca, base de datos o módulo ejecutable) que interactúa con otras partes del sistema únicamente a través de </a:t>
            </a:r>
            <a:r>
              <a:rPr lang="es-MX" sz="4000" b="1" u="none" strike="noStrike" dirty="0" smtClean="0">
                <a:solidFill>
                  <a:srgbClr val="002060"/>
                </a:solidFill>
                <a:effectLst/>
                <a:latin typeface="Google Sans"/>
              </a:rPr>
              <a:t>interfaces</a:t>
            </a:r>
            <a:endParaRPr lang="es-CL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53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677108"/>
          </a:xfrm>
        </p:spPr>
        <p:txBody>
          <a:bodyPr/>
          <a:lstStyle/>
          <a:p>
            <a:r>
              <a:rPr lang="es-CL" sz="4400" dirty="0" smtClean="0"/>
              <a:t>El </a:t>
            </a:r>
            <a:r>
              <a:rPr lang="es-CL" sz="4400" dirty="0" smtClean="0"/>
              <a:t>Diagrama </a:t>
            </a:r>
            <a:r>
              <a:rPr lang="es-CL" sz="4400" dirty="0" smtClean="0"/>
              <a:t>de </a:t>
            </a:r>
            <a:r>
              <a:rPr lang="es-CL" sz="4400" dirty="0" smtClean="0"/>
              <a:t>Componentes tiene 4 ELEMENTOS</a:t>
            </a:r>
            <a:endParaRPr lang="es-CL" sz="4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2089150" y="2122416"/>
            <a:ext cx="92964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8800" b="1" dirty="0" smtClean="0">
                <a:solidFill>
                  <a:srgbClr val="002060"/>
                </a:solidFill>
              </a:rPr>
              <a:t>INTERFAZ</a:t>
            </a:r>
          </a:p>
          <a:p>
            <a:pPr algn="ctr"/>
            <a:r>
              <a:rPr lang="es-CL" sz="5400" dirty="0">
                <a:solidFill>
                  <a:srgbClr val="002060"/>
                </a:solidFill>
              </a:rPr>
              <a:t>(Existen 2 tipos)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268" y="2319968"/>
            <a:ext cx="5707782" cy="209634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6400" y="7408226"/>
            <a:ext cx="5553850" cy="207674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12651600" y="1821691"/>
            <a:ext cx="403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smtClean="0">
                <a:solidFill>
                  <a:srgbClr val="002060"/>
                </a:solidFill>
              </a:rPr>
              <a:t>PROPORCIONA</a:t>
            </a:r>
            <a:endParaRPr lang="es-CL" sz="2800" b="1" dirty="0">
              <a:solidFill>
                <a:srgbClr val="00206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855161" y="4987270"/>
            <a:ext cx="10896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just">
              <a:buFontTx/>
              <a:buChar char="-"/>
            </a:pPr>
            <a:r>
              <a:rPr lang="es-MX" sz="4000" dirty="0" smtClean="0">
                <a:solidFill>
                  <a:srgbClr val="002060"/>
                </a:solidFill>
              </a:rPr>
              <a:t>D</a:t>
            </a:r>
            <a:r>
              <a:rPr lang="es-MX" sz="4000" dirty="0" smtClean="0">
                <a:solidFill>
                  <a:srgbClr val="002060"/>
                </a:solidFill>
              </a:rPr>
              <a:t>efine un </a:t>
            </a:r>
            <a:r>
              <a:rPr lang="es-MX" sz="4000" b="1" dirty="0" smtClean="0">
                <a:solidFill>
                  <a:srgbClr val="002060"/>
                </a:solidFill>
              </a:rPr>
              <a:t>contrato</a:t>
            </a:r>
            <a:r>
              <a:rPr lang="es-MX" sz="4000" dirty="0" smtClean="0">
                <a:solidFill>
                  <a:srgbClr val="002060"/>
                </a:solidFill>
              </a:rPr>
              <a:t> de servicios.</a:t>
            </a:r>
          </a:p>
          <a:p>
            <a:pPr marL="685800" indent="-685800" algn="just">
              <a:buFontTx/>
              <a:buChar char="-"/>
            </a:pPr>
            <a:endParaRPr lang="es-MX" sz="4000" dirty="0">
              <a:solidFill>
                <a:srgbClr val="002060"/>
              </a:solidFill>
            </a:endParaRPr>
          </a:p>
          <a:p>
            <a:pPr marL="685800" indent="-685800" algn="just">
              <a:buFontTx/>
              <a:buChar char="-"/>
            </a:pPr>
            <a:r>
              <a:rPr lang="es-MX" sz="4000" dirty="0" smtClean="0">
                <a:solidFill>
                  <a:srgbClr val="002060"/>
                </a:solidFill>
              </a:rPr>
              <a:t>Especifica un conjunto de operaciones y métodos públicos que un componente ofrece (</a:t>
            </a:r>
            <a:r>
              <a:rPr lang="es-MX" sz="4000" b="1" dirty="0" smtClean="0">
                <a:solidFill>
                  <a:srgbClr val="002060"/>
                </a:solidFill>
              </a:rPr>
              <a:t>PROPORCIONA</a:t>
            </a:r>
            <a:r>
              <a:rPr lang="es-MX" sz="4000" dirty="0" smtClean="0">
                <a:solidFill>
                  <a:srgbClr val="002060"/>
                </a:solidFill>
              </a:rPr>
              <a:t>) o necesita (</a:t>
            </a:r>
            <a:r>
              <a:rPr lang="es-MX" sz="4000" b="1" dirty="0" smtClean="0">
                <a:solidFill>
                  <a:srgbClr val="002060"/>
                </a:solidFill>
              </a:rPr>
              <a:t>REQUIERE</a:t>
            </a:r>
            <a:r>
              <a:rPr lang="es-MX" sz="4000" dirty="0" smtClean="0">
                <a:solidFill>
                  <a:srgbClr val="002060"/>
                </a:solidFill>
              </a:rPr>
              <a:t>) para interactuar con otros elementos del sistema</a:t>
            </a:r>
            <a:endParaRPr lang="es-CL" sz="4000" dirty="0">
              <a:solidFill>
                <a:srgbClr val="00206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2956400" y="9388475"/>
            <a:ext cx="39623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Interfaz Requerida (Utilizada):</a:t>
            </a:r>
            <a:r>
              <a:rPr lang="es-MX" dirty="0" smtClean="0"/>
              <a:t> Representa los servicios y operaciones que el componente </a:t>
            </a:r>
            <a:r>
              <a:rPr lang="es-MX" i="1" dirty="0"/>
              <a:t>necesita</a:t>
            </a:r>
            <a:r>
              <a:rPr lang="es-MX" dirty="0" smtClean="0"/>
              <a:t> de otros elementos para poder funcionar correctamente.</a:t>
            </a:r>
            <a:endParaRPr lang="es-CL" b="1" dirty="0"/>
          </a:p>
        </p:txBody>
      </p:sp>
      <p:sp>
        <p:nvSpPr>
          <p:cNvPr id="5" name="Rectángulo 4"/>
          <p:cNvSpPr/>
          <p:nvPr/>
        </p:nvSpPr>
        <p:spPr>
          <a:xfrm>
            <a:off x="12947650" y="4399963"/>
            <a:ext cx="39022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u="none" strike="noStrike" dirty="0" smtClean="0">
                <a:effectLst/>
                <a:latin typeface="Google Sans"/>
              </a:rPr>
              <a:t>Interfaz Proporcionada (Ofrecida):</a:t>
            </a:r>
            <a:r>
              <a:rPr lang="es-MX" dirty="0" smtClean="0"/>
              <a:t> Representa los servicios que el componente </a:t>
            </a:r>
            <a:r>
              <a:rPr lang="es-MX" b="0" i="1" u="none" strike="noStrike" dirty="0" smtClean="0">
                <a:effectLst/>
                <a:latin typeface="Google Sans"/>
              </a:rPr>
              <a:t>brinda</a:t>
            </a:r>
            <a:r>
              <a:rPr lang="es-MX" dirty="0" smtClean="0"/>
              <a:t> al resto del sistema. Es decir, contiene la funcionalidad que el componente ejecuta</a:t>
            </a:r>
            <a:endParaRPr lang="es-CL" dirty="0"/>
          </a:p>
        </p:txBody>
      </p:sp>
      <p:sp>
        <p:nvSpPr>
          <p:cNvPr id="17" name="CuadroTexto 16"/>
          <p:cNvSpPr txBox="1"/>
          <p:nvPr/>
        </p:nvSpPr>
        <p:spPr>
          <a:xfrm>
            <a:off x="12856276" y="6664652"/>
            <a:ext cx="403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smtClean="0">
                <a:solidFill>
                  <a:srgbClr val="002060"/>
                </a:solidFill>
              </a:rPr>
              <a:t>REQUIERE</a:t>
            </a:r>
            <a:endParaRPr lang="es-CL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74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677108"/>
          </a:xfrm>
        </p:spPr>
        <p:txBody>
          <a:bodyPr/>
          <a:lstStyle/>
          <a:p>
            <a:r>
              <a:rPr lang="es-CL" sz="4400" dirty="0" smtClean="0"/>
              <a:t>El </a:t>
            </a:r>
            <a:r>
              <a:rPr lang="es-CL" sz="4400" dirty="0" smtClean="0"/>
              <a:t>Diagrama </a:t>
            </a:r>
            <a:r>
              <a:rPr lang="es-CL" sz="4400" dirty="0" smtClean="0"/>
              <a:t>de </a:t>
            </a:r>
            <a:r>
              <a:rPr lang="es-CL" sz="4400" dirty="0" smtClean="0"/>
              <a:t>Componentes tiene 4 ELEMENTOS</a:t>
            </a:r>
            <a:endParaRPr lang="es-CL" sz="4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4946650" y="2301875"/>
            <a:ext cx="9296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8800" b="1" dirty="0" smtClean="0">
                <a:solidFill>
                  <a:srgbClr val="002060"/>
                </a:solidFill>
              </a:rPr>
              <a:t>PUERTO</a:t>
            </a:r>
          </a:p>
        </p:txBody>
      </p:sp>
      <p:sp>
        <p:nvSpPr>
          <p:cNvPr id="3" name="Rectángulo 2"/>
          <p:cNvSpPr/>
          <p:nvPr/>
        </p:nvSpPr>
        <p:spPr>
          <a:xfrm>
            <a:off x="908050" y="4130675"/>
            <a:ext cx="178074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just">
              <a:buFontTx/>
              <a:buChar char="-"/>
            </a:pPr>
            <a:r>
              <a:rPr lang="es-MX" sz="4000" dirty="0" smtClean="0"/>
              <a:t>Se </a:t>
            </a:r>
            <a:r>
              <a:rPr lang="es-MX" sz="4000" dirty="0"/>
              <a:t>utiliza cuando el componente delega las interfaces a una clase interna.</a:t>
            </a:r>
            <a:endParaRPr lang="es-CL" sz="4000" dirty="0">
              <a:solidFill>
                <a:srgbClr val="002060"/>
              </a:solidFill>
            </a:endParaRPr>
          </a:p>
        </p:txBody>
      </p:sp>
      <p:pic>
        <p:nvPicPr>
          <p:cNvPr id="5122" name="Picture 2" descr="Puerto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0" y="5824934"/>
            <a:ext cx="8944298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95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677108"/>
          </a:xfrm>
        </p:spPr>
        <p:txBody>
          <a:bodyPr/>
          <a:lstStyle/>
          <a:p>
            <a:r>
              <a:rPr lang="es-CL" sz="4400" dirty="0" smtClean="0"/>
              <a:t>El </a:t>
            </a:r>
            <a:r>
              <a:rPr lang="es-CL" sz="4400" dirty="0" smtClean="0"/>
              <a:t>Diagrama </a:t>
            </a:r>
            <a:r>
              <a:rPr lang="es-CL" sz="4400" dirty="0" smtClean="0"/>
              <a:t>de </a:t>
            </a:r>
            <a:r>
              <a:rPr lang="es-CL" sz="4400" dirty="0" smtClean="0"/>
              <a:t>Componentes tiene 4 ELEMENTOS</a:t>
            </a:r>
            <a:endParaRPr lang="es-CL" sz="4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908050" y="2301875"/>
            <a:ext cx="17449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8800" b="1" dirty="0" smtClean="0">
                <a:solidFill>
                  <a:srgbClr val="002060"/>
                </a:solidFill>
              </a:rPr>
              <a:t>DEPENDENCIAS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908050" y="4130675"/>
            <a:ext cx="1780748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just">
              <a:buFontTx/>
              <a:buChar char="-"/>
            </a:pPr>
            <a:r>
              <a:rPr lang="es-MX" sz="4000" dirty="0"/>
              <a:t>I</a:t>
            </a:r>
            <a:r>
              <a:rPr lang="es-MX" sz="4000" dirty="0" smtClean="0"/>
              <a:t>ndica que un componente (el </a:t>
            </a:r>
            <a:r>
              <a:rPr lang="es-MX" sz="4000" b="1" dirty="0"/>
              <a:t>cliente</a:t>
            </a:r>
            <a:r>
              <a:rPr lang="es-MX" sz="4000" dirty="0" smtClean="0"/>
              <a:t>) necesita, utiliza o requiere de otro componente (el </a:t>
            </a:r>
            <a:r>
              <a:rPr lang="es-MX" sz="4000" b="1" dirty="0"/>
              <a:t>proveedor</a:t>
            </a:r>
            <a:r>
              <a:rPr lang="es-MX" sz="4000" dirty="0" smtClean="0"/>
              <a:t>) para funcionar correctamente. Esto significa que cualquier cambio en la estructura o comportamiento del proveedor podría afectar al componente cliente</a:t>
            </a:r>
            <a:endParaRPr lang="es-CL" sz="4000" dirty="0">
              <a:solidFill>
                <a:srgbClr val="002060"/>
              </a:solidFill>
            </a:endParaRPr>
          </a:p>
        </p:txBody>
      </p:sp>
      <p:pic>
        <p:nvPicPr>
          <p:cNvPr id="7170" name="Picture 2" descr="Dependencia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6716105"/>
            <a:ext cx="16230600" cy="343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60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677108"/>
          </a:xfrm>
        </p:spPr>
        <p:txBody>
          <a:bodyPr/>
          <a:lstStyle/>
          <a:p>
            <a:r>
              <a:rPr lang="es-CL" sz="4400" dirty="0" smtClean="0"/>
              <a:t>ELEMENTOS adicionales de </a:t>
            </a:r>
            <a:r>
              <a:rPr lang="es-CL" sz="4400" dirty="0" smtClean="0"/>
              <a:t>un Diagrama de </a:t>
            </a:r>
            <a:r>
              <a:rPr lang="es-CL" sz="4400" dirty="0" smtClean="0"/>
              <a:t>Componentes?</a:t>
            </a:r>
            <a:endParaRPr lang="es-CL" sz="4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37496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650" y="2530475"/>
            <a:ext cx="8749254" cy="613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7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677108"/>
          </a:xfrm>
        </p:spPr>
        <p:txBody>
          <a:bodyPr/>
          <a:lstStyle/>
          <a:p>
            <a:r>
              <a:rPr lang="es-CL" sz="4400" dirty="0" smtClean="0"/>
              <a:t>Visión Global</a:t>
            </a:r>
            <a:endParaRPr lang="es-CL" sz="4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8" y="48164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▷ Diagrama de componentes. Teoría y ejempl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0" y="2454275"/>
            <a:ext cx="13441619" cy="739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14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677108"/>
          </a:xfrm>
        </p:spPr>
        <p:txBody>
          <a:bodyPr/>
          <a:lstStyle/>
          <a:p>
            <a:r>
              <a:rPr lang="es-CL" sz="4400" dirty="0" smtClean="0"/>
              <a:t>Ejemplos</a:t>
            </a:r>
            <a:endParaRPr lang="es-CL" sz="4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8" y="48164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Diagrama de componentes para el sistema de compras en líne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425" y="168275"/>
            <a:ext cx="13597825" cy="1081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22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1354217"/>
          </a:xfrm>
        </p:spPr>
        <p:txBody>
          <a:bodyPr/>
          <a:lstStyle/>
          <a:p>
            <a:r>
              <a:rPr lang="es-CL" sz="4400" dirty="0" smtClean="0"/>
              <a:t>CASO NEGOCIO SEMESTRAL</a:t>
            </a:r>
            <a:br>
              <a:rPr lang="es-CL" sz="4400" dirty="0" smtClean="0"/>
            </a:br>
            <a:r>
              <a:rPr lang="es-CL" sz="4400" dirty="0" smtClean="0"/>
              <a:t>(Mantención de Piscinas)</a:t>
            </a:r>
            <a:endParaRPr lang="es-CL" sz="4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8" y="48164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o 5"/>
          <p:cNvGrpSpPr/>
          <p:nvPr/>
        </p:nvGrpSpPr>
        <p:grpSpPr>
          <a:xfrm>
            <a:off x="7353530" y="2606675"/>
            <a:ext cx="3572651" cy="1843260"/>
            <a:chOff x="14243050" y="3582816"/>
            <a:chExt cx="3572651" cy="184326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5" name="CuadroTexto 4"/>
            <p:cNvSpPr txBox="1"/>
            <p:nvPr/>
          </p:nvSpPr>
          <p:spPr>
            <a:xfrm>
              <a:off x="14824558" y="4150503"/>
              <a:ext cx="215315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Contrato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7353530" y="5829586"/>
            <a:ext cx="3572651" cy="1843260"/>
            <a:chOff x="14243050" y="3582816"/>
            <a:chExt cx="3572651" cy="1843260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0" name="CuadroTexto 9"/>
            <p:cNvSpPr txBox="1"/>
            <p:nvPr/>
          </p:nvSpPr>
          <p:spPr>
            <a:xfrm>
              <a:off x="14824558" y="4150503"/>
              <a:ext cx="20954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Persona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11925530" y="5837637"/>
            <a:ext cx="3572651" cy="1843260"/>
            <a:chOff x="14243050" y="3582816"/>
            <a:chExt cx="3572651" cy="1843260"/>
          </a:xfrm>
        </p:grpSpPr>
        <p:pic>
          <p:nvPicPr>
            <p:cNvPr id="12" name="Imagen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3" name="CuadroTexto 12"/>
            <p:cNvSpPr txBox="1"/>
            <p:nvPr/>
          </p:nvSpPr>
          <p:spPr>
            <a:xfrm>
              <a:off x="14824558" y="4150503"/>
              <a:ext cx="16946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Visitas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11925530" y="9019630"/>
            <a:ext cx="3572651" cy="1843260"/>
            <a:chOff x="14243050" y="3582816"/>
            <a:chExt cx="3572651" cy="1843260"/>
          </a:xfrm>
        </p:grpSpPr>
        <p:pic>
          <p:nvPicPr>
            <p:cNvPr id="15" name="Imagen 1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6" name="CuadroTexto 15"/>
            <p:cNvSpPr txBox="1"/>
            <p:nvPr/>
          </p:nvSpPr>
          <p:spPr>
            <a:xfrm>
              <a:off x="14824558" y="4150503"/>
              <a:ext cx="280878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Documento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11925530" y="2605617"/>
            <a:ext cx="3572651" cy="1843260"/>
            <a:chOff x="14243050" y="3582816"/>
            <a:chExt cx="3572651" cy="1843260"/>
          </a:xfrm>
        </p:grpSpPr>
        <p:pic>
          <p:nvPicPr>
            <p:cNvPr id="18" name="Imagen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9" name="CuadroTexto 18"/>
            <p:cNvSpPr txBox="1"/>
            <p:nvPr/>
          </p:nvSpPr>
          <p:spPr>
            <a:xfrm>
              <a:off x="14824558" y="4150503"/>
              <a:ext cx="21242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Insumos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7389513" y="8931275"/>
            <a:ext cx="3572651" cy="1843260"/>
            <a:chOff x="14243050" y="3582816"/>
            <a:chExt cx="3572651" cy="1843260"/>
          </a:xfrm>
        </p:grpSpPr>
        <p:pic>
          <p:nvPicPr>
            <p:cNvPr id="22" name="Imagen 2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23" name="CuadroTexto 22"/>
            <p:cNvSpPr txBox="1"/>
            <p:nvPr/>
          </p:nvSpPr>
          <p:spPr>
            <a:xfrm>
              <a:off x="14824558" y="4150503"/>
              <a:ext cx="12682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Ruta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984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1354217"/>
          </a:xfrm>
        </p:spPr>
        <p:txBody>
          <a:bodyPr/>
          <a:lstStyle/>
          <a:p>
            <a:r>
              <a:rPr lang="es-CL" sz="4400" dirty="0" smtClean="0"/>
              <a:t>CASO NEGOCIO SEMESTRAL</a:t>
            </a:r>
            <a:br>
              <a:rPr lang="es-CL" sz="4400" dirty="0" smtClean="0"/>
            </a:br>
            <a:r>
              <a:rPr lang="es-CL" sz="4400" dirty="0" smtClean="0"/>
              <a:t>(Venta de Producto)</a:t>
            </a:r>
            <a:endParaRPr lang="es-CL" sz="4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8" y="4816475"/>
            <a:ext cx="565122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o 5"/>
          <p:cNvGrpSpPr/>
          <p:nvPr/>
        </p:nvGrpSpPr>
        <p:grpSpPr>
          <a:xfrm>
            <a:off x="7353530" y="2606675"/>
            <a:ext cx="3572651" cy="1843260"/>
            <a:chOff x="14243050" y="3582816"/>
            <a:chExt cx="3572651" cy="184326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5" name="CuadroTexto 4"/>
            <p:cNvSpPr txBox="1"/>
            <p:nvPr/>
          </p:nvSpPr>
          <p:spPr>
            <a:xfrm>
              <a:off x="14824558" y="4150503"/>
              <a:ext cx="15247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Venta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7353530" y="5829586"/>
            <a:ext cx="3572651" cy="1843260"/>
            <a:chOff x="14243050" y="3582816"/>
            <a:chExt cx="3572651" cy="1843260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0" name="CuadroTexto 9"/>
            <p:cNvSpPr txBox="1"/>
            <p:nvPr/>
          </p:nvSpPr>
          <p:spPr>
            <a:xfrm>
              <a:off x="14824558" y="4150503"/>
              <a:ext cx="20954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Persona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11925530" y="5837637"/>
            <a:ext cx="3572651" cy="1843260"/>
            <a:chOff x="14243050" y="3582816"/>
            <a:chExt cx="3572651" cy="1843260"/>
          </a:xfrm>
        </p:grpSpPr>
        <p:pic>
          <p:nvPicPr>
            <p:cNvPr id="12" name="Imagen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3" name="CuadroTexto 12"/>
            <p:cNvSpPr txBox="1"/>
            <p:nvPr/>
          </p:nvSpPr>
          <p:spPr>
            <a:xfrm>
              <a:off x="14824558" y="4150503"/>
              <a:ext cx="249459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Despacho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11925530" y="9019630"/>
            <a:ext cx="3572651" cy="1843260"/>
            <a:chOff x="14243050" y="3582816"/>
            <a:chExt cx="3572651" cy="1843260"/>
          </a:xfrm>
        </p:grpSpPr>
        <p:pic>
          <p:nvPicPr>
            <p:cNvPr id="15" name="Imagen 1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6" name="CuadroTexto 15"/>
            <p:cNvSpPr txBox="1"/>
            <p:nvPr/>
          </p:nvSpPr>
          <p:spPr>
            <a:xfrm>
              <a:off x="14824558" y="4150503"/>
              <a:ext cx="280878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Documento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11925530" y="2605617"/>
            <a:ext cx="3572651" cy="1843260"/>
            <a:chOff x="14243050" y="3582816"/>
            <a:chExt cx="3572651" cy="1843260"/>
          </a:xfrm>
        </p:grpSpPr>
        <p:pic>
          <p:nvPicPr>
            <p:cNvPr id="18" name="Imagen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3050" y="3582816"/>
              <a:ext cx="3572651" cy="1843260"/>
            </a:xfrm>
            <a:prstGeom prst="rect">
              <a:avLst/>
            </a:prstGeom>
          </p:spPr>
        </p:pic>
        <p:sp>
          <p:nvSpPr>
            <p:cNvPr id="19" name="CuadroTexto 18"/>
            <p:cNvSpPr txBox="1"/>
            <p:nvPr/>
          </p:nvSpPr>
          <p:spPr>
            <a:xfrm>
              <a:off x="14824558" y="4150503"/>
              <a:ext cx="249459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4000" dirty="0" smtClean="0">
                  <a:solidFill>
                    <a:srgbClr val="002060"/>
                  </a:solidFill>
                </a:rPr>
                <a:t>Productos</a:t>
              </a:r>
              <a:endParaRPr lang="es-CL" sz="40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026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1215717"/>
          </a:xfrm>
        </p:spPr>
        <p:txBody>
          <a:bodyPr/>
          <a:lstStyle/>
          <a:p>
            <a:r>
              <a:rPr lang="es-CL" sz="4400" dirty="0" smtClean="0"/>
              <a:t>PASOS para DISEÑAR un Diagrama de Componentes</a:t>
            </a:r>
            <a:br>
              <a:rPr lang="es-CL" sz="4400" dirty="0" smtClean="0"/>
            </a:br>
            <a:r>
              <a:rPr lang="es-CL" sz="3500" b="0" dirty="0" smtClean="0"/>
              <a:t>(Tener construido los Casos de Negocio y Diagrama de Clases)</a:t>
            </a:r>
            <a:endParaRPr lang="es-CL" sz="3500" b="0" dirty="0"/>
          </a:p>
        </p:txBody>
      </p:sp>
      <p:sp>
        <p:nvSpPr>
          <p:cNvPr id="4" name="Rectángulo 3"/>
          <p:cNvSpPr/>
          <p:nvPr/>
        </p:nvSpPr>
        <p:spPr>
          <a:xfrm>
            <a:off x="755650" y="2219781"/>
            <a:ext cx="18821400" cy="8817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700" b="1" u="none" strike="noStrike" dirty="0" smtClean="0">
                <a:effectLst/>
                <a:latin typeface="Google Sans"/>
              </a:rPr>
              <a:t>1. Define el alcance y propósito</a:t>
            </a:r>
          </a:p>
          <a:p>
            <a:pPr algn="just"/>
            <a:r>
              <a:rPr lang="es-MX" sz="2700" b="0" u="none" strike="noStrike" dirty="0" smtClean="0">
                <a:effectLst/>
                <a:latin typeface="Google Sans"/>
              </a:rPr>
              <a:t>Antes de dibujar, determina qué parte del sistema vas a modelar. Puede ser todo el sistema, un subsistema específico, un grupo de componentes de software (archivos .</a:t>
            </a:r>
            <a:r>
              <a:rPr lang="es-MX" sz="2700" b="0" u="none" strike="noStrike" dirty="0" err="1" smtClean="0">
                <a:effectLst/>
                <a:latin typeface="Google Sans"/>
              </a:rPr>
              <a:t>jar</a:t>
            </a:r>
            <a:r>
              <a:rPr lang="es-MX" sz="2700" b="0" u="none" strike="noStrike" dirty="0" smtClean="0">
                <a:effectLst/>
                <a:latin typeface="Google Sans"/>
              </a:rPr>
              <a:t>, .</a:t>
            </a:r>
            <a:r>
              <a:rPr lang="es-MX" sz="2700" b="0" u="none" strike="noStrike" dirty="0" err="1" smtClean="0">
                <a:effectLst/>
                <a:latin typeface="Google Sans"/>
              </a:rPr>
              <a:t>dll</a:t>
            </a:r>
            <a:r>
              <a:rPr lang="es-MX" sz="2700" b="0" u="none" strike="noStrike" dirty="0" smtClean="0">
                <a:effectLst/>
                <a:latin typeface="Google Sans"/>
              </a:rPr>
              <a:t>, ejecutables) o la estructura de la base de datos.</a:t>
            </a:r>
          </a:p>
          <a:p>
            <a:pPr algn="just"/>
            <a:endParaRPr lang="es-MX" sz="2700" dirty="0">
              <a:latin typeface="Google Sans"/>
            </a:endParaRPr>
          </a:p>
          <a:p>
            <a:pPr algn="just"/>
            <a:r>
              <a:rPr lang="es-MX" sz="2700" b="1" dirty="0"/>
              <a:t>2. Identifica los componentes</a:t>
            </a:r>
          </a:p>
          <a:p>
            <a:pPr algn="just"/>
            <a:r>
              <a:rPr lang="es-MX" sz="2700" dirty="0"/>
              <a:t>Ubica las piezas modulares, autónomas y </a:t>
            </a:r>
            <a:r>
              <a:rPr lang="es-MX" sz="2700" dirty="0" err="1"/>
              <a:t>autocontenidas</a:t>
            </a:r>
            <a:r>
              <a:rPr lang="es-MX" sz="2700" dirty="0"/>
              <a:t> de tu arquitectura. Dibuja cada componente como un rectángulo con el nombre en el interior y, opcionalmente, un icono de dos pequeños rectángulos en su borde </a:t>
            </a:r>
            <a:r>
              <a:rPr lang="es-MX" sz="2700" dirty="0" smtClean="0"/>
              <a:t>izquierdo</a:t>
            </a:r>
          </a:p>
          <a:p>
            <a:pPr algn="just"/>
            <a:endParaRPr lang="es-MX" sz="2700" dirty="0"/>
          </a:p>
          <a:p>
            <a:pPr algn="just"/>
            <a:r>
              <a:rPr lang="es-MX" sz="2700" b="1" dirty="0"/>
              <a:t>3. Agrega Artefactos y Paquetes (Opcional)</a:t>
            </a:r>
          </a:p>
          <a:p>
            <a:pPr algn="just"/>
            <a:r>
              <a:rPr lang="es-MX" sz="2700" dirty="0"/>
              <a:t>Representa los archivos físicos reales (como código fuente, scripts o archivos de datos) que componen o implementan esos componentes. Si el sistema es muy grande, agrupa componentes lógicamente relacionados en </a:t>
            </a:r>
            <a:r>
              <a:rPr lang="es-MX" sz="2700" b="1" dirty="0"/>
              <a:t>paquetes</a:t>
            </a:r>
            <a:r>
              <a:rPr lang="es-MX" sz="2700" dirty="0"/>
              <a:t> (con forma de carpeta</a:t>
            </a:r>
            <a:r>
              <a:rPr lang="es-MX" sz="2700" dirty="0" smtClean="0"/>
              <a:t>).</a:t>
            </a:r>
          </a:p>
          <a:p>
            <a:pPr algn="just"/>
            <a:endParaRPr lang="es-MX" sz="2700" dirty="0"/>
          </a:p>
          <a:p>
            <a:pPr algn="just"/>
            <a:r>
              <a:rPr lang="es-MX" sz="2700" b="1" dirty="0" smtClean="0"/>
              <a:t>4. Define las Interfaces (Proporcionadas y Requeridas)</a:t>
            </a:r>
          </a:p>
          <a:p>
            <a:pPr algn="just"/>
            <a:r>
              <a:rPr lang="es-MX" sz="2700" dirty="0" smtClean="0"/>
              <a:t>Establece cómo interactúan los componentes mediante </a:t>
            </a:r>
            <a:r>
              <a:rPr lang="es-MX" sz="2700" b="1" dirty="0" smtClean="0"/>
              <a:t>interfaces</a:t>
            </a:r>
            <a:r>
              <a:rPr lang="es-MX" sz="2700" dirty="0" smtClean="0"/>
              <a:t>:</a:t>
            </a:r>
          </a:p>
          <a:p>
            <a:pPr algn="just"/>
            <a:endParaRPr lang="es-MX" sz="2700" dirty="0" smtClean="0"/>
          </a:p>
          <a:p>
            <a:pPr algn="just"/>
            <a:r>
              <a:rPr lang="es-MX" sz="2700" b="1" dirty="0" smtClean="0"/>
              <a:t>5. Dibujar las conexiones (Relaciones)</a:t>
            </a:r>
          </a:p>
          <a:p>
            <a:pPr algn="just"/>
            <a:r>
              <a:rPr lang="es-MX" sz="2700" dirty="0" smtClean="0"/>
              <a:t>Une los componentes trazando líneas:</a:t>
            </a:r>
          </a:p>
          <a:p>
            <a:pPr algn="just"/>
            <a:endParaRPr lang="es-MX" sz="2700" b="1" dirty="0" smtClean="0"/>
          </a:p>
          <a:p>
            <a:pPr algn="just"/>
            <a:r>
              <a:rPr lang="es-MX" sz="2700" b="1" dirty="0" smtClean="0"/>
              <a:t>6. Elige una herramienta de diseño</a:t>
            </a:r>
          </a:p>
          <a:p>
            <a:pPr algn="just"/>
            <a:r>
              <a:rPr lang="es-MX" sz="2700" dirty="0" smtClean="0"/>
              <a:t>Utiliza un software especializado para diagramas UML que cuente con las formas estandarizadas</a:t>
            </a:r>
            <a:endParaRPr lang="es-MX" sz="2700" dirty="0"/>
          </a:p>
        </p:txBody>
      </p:sp>
      <p:sp>
        <p:nvSpPr>
          <p:cNvPr id="7" name="Rectángulo 6"/>
          <p:cNvSpPr/>
          <p:nvPr/>
        </p:nvSpPr>
        <p:spPr>
          <a:xfrm>
            <a:off x="10356850" y="2455200"/>
            <a:ext cx="92202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700" dirty="0" smtClean="0"/>
              <a:t>.</a:t>
            </a:r>
            <a:endParaRPr lang="es-MX" sz="2700" dirty="0"/>
          </a:p>
        </p:txBody>
      </p:sp>
    </p:spTree>
    <p:extLst>
      <p:ext uri="{BB962C8B-B14F-4D97-AF65-F5344CB8AC3E}">
        <p14:creationId xmlns:p14="http://schemas.microsoft.com/office/powerpoint/2010/main" val="7663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84830"/>
          </a:xfrm>
        </p:spPr>
        <p:txBody>
          <a:bodyPr/>
          <a:lstStyle/>
          <a:p>
            <a:r>
              <a:rPr lang="es-CL" sz="5100" dirty="0" smtClean="0"/>
              <a:t>Videos:  </a:t>
            </a:r>
            <a:r>
              <a:rPr lang="es-CL" sz="5100" smtClean="0"/>
              <a:t>Complementar estudio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0450" y="0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83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7170</TotalTime>
  <Words>522</Words>
  <Application>Microsoft Office PowerPoint</Application>
  <PresentationFormat>Personalizado</PresentationFormat>
  <Paragraphs>73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Google Sans</vt:lpstr>
      <vt:lpstr>Office Theme</vt:lpstr>
      <vt:lpstr>MPY1101 Clase: DIAGRAMA DE COMPONENTES</vt:lpstr>
      <vt:lpstr>¿Qué representa un Diagrama de Componentes?</vt:lpstr>
      <vt:lpstr>¿Cuáles son los Diagramas de Pre-Requisitos?</vt:lpstr>
      <vt:lpstr>El Diagrama de Componentes tiene 4 ELEMENTOS</vt:lpstr>
      <vt:lpstr>El Diagrama de Componentes tiene 4 ELEMENTOS</vt:lpstr>
      <vt:lpstr>El Diagrama de Componentes tiene 4 ELEMENTOS</vt:lpstr>
      <vt:lpstr>El Diagrama de Componentes tiene 4 ELEMENTOS</vt:lpstr>
      <vt:lpstr>ELEMENTOS adicionales de un Diagrama de Componentes?</vt:lpstr>
      <vt:lpstr>Visión Global</vt:lpstr>
      <vt:lpstr>Ejemplos</vt:lpstr>
      <vt:lpstr>CASO NEGOCIO SEMESTRAL (Mantención de Piscinas)</vt:lpstr>
      <vt:lpstr>CASO NEGOCIO SEMESTRAL (Venta de Producto)</vt:lpstr>
      <vt:lpstr>PASOS para DISEÑAR un Diagrama de Componentes (Tener construido los Casos de Negocio y Diagrama de Clases)</vt:lpstr>
      <vt:lpstr>Videos:  Complementar estudio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Claudia Alejandra</cp:lastModifiedBy>
  <cp:revision>398</cp:revision>
  <dcterms:created xsi:type="dcterms:W3CDTF">2022-07-20T19:15:37Z</dcterms:created>
  <dcterms:modified xsi:type="dcterms:W3CDTF">2026-06-04T21:20:09Z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